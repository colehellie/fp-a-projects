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0" r:id="rId5"/>
    <p:sldMasterId id="2147483741"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Inter"/>
      <p:regular r:id="rId15"/>
      <p:bold r:id="rId16"/>
      <p:italic r:id="rId17"/>
      <p:boldItalic r:id="rId18"/>
    </p:embeddedFont>
    <p:embeddedFont>
      <p:font typeface="Plus Jakarta Sans Medium"/>
      <p:regular r:id="rId19"/>
      <p:bold r:id="rId20"/>
      <p:italic r:id="rId21"/>
      <p:boldItalic r:id="rId22"/>
    </p:embeddedFont>
    <p:embeddedFont>
      <p:font typeface="Sora"/>
      <p:regular r:id="rId23"/>
      <p:bold r:id="rId24"/>
    </p:embeddedFont>
    <p:embeddedFont>
      <p:font typeface="IBM Plex Sans"/>
      <p:regular r:id="rId25"/>
      <p:bold r:id="rId26"/>
      <p:italic r:id="rId27"/>
      <p:boldItalic r:id="rId28"/>
    </p:embeddedFont>
    <p:embeddedFont>
      <p:font typeface="Sora SemiBold"/>
      <p:regular r:id="rId29"/>
      <p:bold r:id="rId30"/>
    </p:embeddedFont>
    <p:embeddedFont>
      <p:font typeface="Plus Jakarta Sans"/>
      <p:regular r:id="rId31"/>
      <p:bold r:id="rId32"/>
      <p:italic r:id="rId33"/>
      <p:boldItalic r:id="rId34"/>
    </p:embeddedFont>
    <p:embeddedFont>
      <p:font typeface="IBM Plex Sans Medium"/>
      <p:regular r:id="rId35"/>
      <p:bold r:id="rId36"/>
      <p:italic r:id="rId37"/>
      <p:boldItalic r:id="rId38"/>
    </p:embeddedFont>
    <p:embeddedFont>
      <p:font typeface="Sora Light"/>
      <p:regular r:id="rId39"/>
      <p:bold r:id="rId40"/>
    </p:embeddedFont>
    <p:embeddedFont>
      <p:font typeface="Sora ExtraLight"/>
      <p:regular r:id="rId41"/>
      <p:bold r:id="rId42"/>
    </p:embeddedFont>
    <p:embeddedFont>
      <p:font typeface="Sora Medium"/>
      <p:regular r:id="rId43"/>
      <p:bold r:id="rId44"/>
    </p:embeddedFont>
    <p:embeddedFont>
      <p:font typeface="IBM Plex Sans SemiBold"/>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9AE1C4-6000-456C-9E7A-9332D5A3094A}">
  <a:tblStyle styleId="{519AE1C4-6000-456C-9E7A-9332D5A3094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Light-bold.fntdata"/><Relationship Id="rId42" Type="http://schemas.openxmlformats.org/officeDocument/2006/relationships/font" Target="fonts/SoraExtraLight-bold.fntdata"/><Relationship Id="rId41" Type="http://schemas.openxmlformats.org/officeDocument/2006/relationships/font" Target="fonts/SoraExtraLight-regular.fntdata"/><Relationship Id="rId44" Type="http://schemas.openxmlformats.org/officeDocument/2006/relationships/font" Target="fonts/SoraMedium-bold.fntdata"/><Relationship Id="rId43" Type="http://schemas.openxmlformats.org/officeDocument/2006/relationships/font" Target="fonts/SoraMedium-regular.fntdata"/><Relationship Id="rId46" Type="http://schemas.openxmlformats.org/officeDocument/2006/relationships/font" Target="fonts/IBMPlexSansSemiBold-bold.fntdata"/><Relationship Id="rId45" Type="http://schemas.openxmlformats.org/officeDocument/2006/relationships/font" Target="fonts/IBMPlexSa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IBMPlexSansSemiBold-boldItalic.fntdata"/><Relationship Id="rId47" Type="http://schemas.openxmlformats.org/officeDocument/2006/relationships/font" Target="fonts/IBMPlexSansSemiBold-italic.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lusJakartaSans-regular.fntdata"/><Relationship Id="rId30" Type="http://schemas.openxmlformats.org/officeDocument/2006/relationships/font" Target="fonts/SoraSemiBold-bold.fntdata"/><Relationship Id="rId33" Type="http://schemas.openxmlformats.org/officeDocument/2006/relationships/font" Target="fonts/PlusJakartaSans-italic.fntdata"/><Relationship Id="rId32" Type="http://schemas.openxmlformats.org/officeDocument/2006/relationships/font" Target="fonts/PlusJakartaSans-bold.fntdata"/><Relationship Id="rId35" Type="http://schemas.openxmlformats.org/officeDocument/2006/relationships/font" Target="fonts/IBMPlexSansMedium-regular.fntdata"/><Relationship Id="rId34" Type="http://schemas.openxmlformats.org/officeDocument/2006/relationships/font" Target="fonts/PlusJakartaSans-boldItalic.fntdata"/><Relationship Id="rId37" Type="http://schemas.openxmlformats.org/officeDocument/2006/relationships/font" Target="fonts/IBMPlexSansMedium-italic.fntdata"/><Relationship Id="rId36" Type="http://schemas.openxmlformats.org/officeDocument/2006/relationships/font" Target="fonts/IBMPlexSansMedium-bold.fntdata"/><Relationship Id="rId39" Type="http://schemas.openxmlformats.org/officeDocument/2006/relationships/font" Target="fonts/SoraLight-regular.fntdata"/><Relationship Id="rId38" Type="http://schemas.openxmlformats.org/officeDocument/2006/relationships/font" Target="fonts/IBMPlexSansMedium-boldItalic.fntdata"/><Relationship Id="rId20" Type="http://schemas.openxmlformats.org/officeDocument/2006/relationships/font" Target="fonts/PlusJakartaSansMedium-bold.fntdata"/><Relationship Id="rId22" Type="http://schemas.openxmlformats.org/officeDocument/2006/relationships/font" Target="fonts/PlusJakartaSansMedium-boldItalic.fntdata"/><Relationship Id="rId21" Type="http://schemas.openxmlformats.org/officeDocument/2006/relationships/font" Target="fonts/PlusJakartaSansMedium-italic.fntdata"/><Relationship Id="rId24" Type="http://schemas.openxmlformats.org/officeDocument/2006/relationships/font" Target="fonts/Sora-bold.fntdata"/><Relationship Id="rId23" Type="http://schemas.openxmlformats.org/officeDocument/2006/relationships/font" Target="fonts/Sora-regular.fntdata"/><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29" Type="http://schemas.openxmlformats.org/officeDocument/2006/relationships/font" Target="fonts/SoraSemiBold-regular.fntdata"/><Relationship Id="rId51" Type="http://schemas.openxmlformats.org/officeDocument/2006/relationships/font" Target="fonts/OpenSans-italic.fntdata"/><Relationship Id="rId50" Type="http://schemas.openxmlformats.org/officeDocument/2006/relationships/font" Target="fonts/OpenSans-bold.fntdata"/><Relationship Id="rId52" Type="http://schemas.openxmlformats.org/officeDocument/2006/relationships/font" Target="fonts/OpenSa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font" Target="fonts/Inter-regular.fntdata"/><Relationship Id="rId14" Type="http://schemas.openxmlformats.org/officeDocument/2006/relationships/slide" Target="slides/slide7.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PlusJakartaSansMedium-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e5155d20ea_0_1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e5155d20ea_0_1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e5155d20ea_0_2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3e5155d20ea_0_2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5155d20ea_0_2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3e5155d20ea_0_2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e5155d20ea_0_2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3e5155d20ea_0_2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e5155d20ea_0_2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e5155d20ea_0_2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e5155d20ea_0_2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e5155d20ea_0_2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5155d20ea_0_2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e5155d20ea_0_2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accent5"/>
        </a:solidFill>
      </p:bgPr>
    </p:bg>
    <p:spTree>
      <p:nvGrpSpPr>
        <p:cNvPr id="8" name="Shape 8"/>
        <p:cNvGrpSpPr/>
        <p:nvPr/>
      </p:nvGrpSpPr>
      <p:grpSpPr>
        <a:xfrm>
          <a:off x="0" y="0"/>
          <a:ext cx="0" cy="0"/>
          <a:chOff x="0" y="0"/>
          <a:chExt cx="0" cy="0"/>
        </a:xfrm>
      </p:grpSpPr>
      <p:sp>
        <p:nvSpPr>
          <p:cNvPr id="9" name="Google Shape;9;p2"/>
          <p:cNvSpPr/>
          <p:nvPr/>
        </p:nvSpPr>
        <p:spPr>
          <a:xfrm>
            <a:off x="6849412" y="229900"/>
            <a:ext cx="2068500" cy="20685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10" name="Google Shape;10;p2"/>
          <p:cNvSpPr/>
          <p:nvPr/>
        </p:nvSpPr>
        <p:spPr>
          <a:xfrm>
            <a:off x="228600" y="229900"/>
            <a:ext cx="4349400" cy="4683600"/>
          </a:xfrm>
          <a:prstGeom prst="roundRect">
            <a:avLst>
              <a:gd fmla="val 584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11" name="Google Shape;11;p2"/>
          <p:cNvSpPr/>
          <p:nvPr/>
        </p:nvSpPr>
        <p:spPr>
          <a:xfrm>
            <a:off x="4679587" y="229900"/>
            <a:ext cx="2068500" cy="2068500"/>
          </a:xfrm>
          <a:prstGeom prst="roundRect">
            <a:avLst>
              <a:gd fmla="val 1221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Plus Jakarta Sans"/>
                <a:ea typeface="Plus Jakarta Sans"/>
                <a:cs typeface="Plus Jakarta Sans"/>
                <a:sym typeface="Plus Jakarta Sans"/>
              </a:rPr>
              <a:t> </a:t>
            </a:r>
            <a:endParaRPr>
              <a:solidFill>
                <a:schemeClr val="accent2"/>
              </a:solidFill>
              <a:latin typeface="Plus Jakarta Sans"/>
              <a:ea typeface="Plus Jakarta Sans"/>
              <a:cs typeface="Plus Jakarta Sans"/>
              <a:sym typeface="Plus Jakarta Sans"/>
            </a:endParaRPr>
          </a:p>
        </p:txBody>
      </p:sp>
      <p:sp>
        <p:nvSpPr>
          <p:cNvPr id="12" name="Google Shape;12;p2"/>
          <p:cNvSpPr/>
          <p:nvPr/>
        </p:nvSpPr>
        <p:spPr>
          <a:xfrm>
            <a:off x="4679599" y="2404695"/>
            <a:ext cx="4238400" cy="2508900"/>
          </a:xfrm>
          <a:prstGeom prst="roundRect">
            <a:avLst>
              <a:gd fmla="val 1013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nvGrpSpPr>
          <p:cNvPr id="13" name="Google Shape;13;p2"/>
          <p:cNvGrpSpPr/>
          <p:nvPr/>
        </p:nvGrpSpPr>
        <p:grpSpPr>
          <a:xfrm>
            <a:off x="4524845" y="724771"/>
            <a:ext cx="2377504" cy="1078596"/>
            <a:chOff x="4571989" y="769200"/>
            <a:chExt cx="2320422" cy="1052700"/>
          </a:xfrm>
        </p:grpSpPr>
        <p:sp>
          <p:nvSpPr>
            <p:cNvPr id="14" name="Google Shape;14;p2"/>
            <p:cNvSpPr/>
            <p:nvPr/>
          </p:nvSpPr>
          <p:spPr>
            <a:xfrm>
              <a:off x="5691810"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15" name="Google Shape;15;p2"/>
            <p:cNvSpPr/>
            <p:nvPr/>
          </p:nvSpPr>
          <p:spPr>
            <a:xfrm flipH="1">
              <a:off x="4571989"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grpSp>
      <p:grpSp>
        <p:nvGrpSpPr>
          <p:cNvPr id="16" name="Google Shape;16;p2"/>
          <p:cNvGrpSpPr/>
          <p:nvPr/>
        </p:nvGrpSpPr>
        <p:grpSpPr>
          <a:xfrm>
            <a:off x="7352898" y="762044"/>
            <a:ext cx="1061865" cy="1004215"/>
            <a:chOff x="7312075" y="834700"/>
            <a:chExt cx="1022400" cy="966799"/>
          </a:xfrm>
        </p:grpSpPr>
        <p:sp>
          <p:nvSpPr>
            <p:cNvPr id="17" name="Google Shape;17;p2"/>
            <p:cNvSpPr/>
            <p:nvPr/>
          </p:nvSpPr>
          <p:spPr>
            <a:xfrm>
              <a:off x="7312075" y="834700"/>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sp>
          <p:nvSpPr>
            <p:cNvPr id="18" name="Google Shape;18;p2"/>
            <p:cNvSpPr/>
            <p:nvPr/>
          </p:nvSpPr>
          <p:spPr>
            <a:xfrm>
              <a:off x="7312075" y="1363499"/>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sp>
        <p:nvSpPr>
          <p:cNvPr id="19" name="Google Shape;19;p2"/>
          <p:cNvSpPr txBox="1"/>
          <p:nvPr>
            <p:ph idx="1" type="subTitle"/>
          </p:nvPr>
        </p:nvSpPr>
        <p:spPr>
          <a:xfrm>
            <a:off x="4897375" y="2609925"/>
            <a:ext cx="3679800" cy="452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20" name="Google Shape;20;p2"/>
          <p:cNvSpPr txBox="1"/>
          <p:nvPr>
            <p:ph type="title"/>
          </p:nvPr>
        </p:nvSpPr>
        <p:spPr>
          <a:xfrm>
            <a:off x="563400" y="3695700"/>
            <a:ext cx="3679800" cy="9384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BLANK_1_2">
    <p:bg>
      <p:bgPr>
        <a:solidFill>
          <a:schemeClr val="accent5"/>
        </a:solidFill>
      </p:bgPr>
    </p:bg>
    <p:spTree>
      <p:nvGrpSpPr>
        <p:cNvPr id="21" name="Shape 21"/>
        <p:cNvGrpSpPr/>
        <p:nvPr/>
      </p:nvGrpSpPr>
      <p:grpSpPr>
        <a:xfrm>
          <a:off x="0" y="0"/>
          <a:ext cx="0" cy="0"/>
          <a:chOff x="0" y="0"/>
          <a:chExt cx="0" cy="0"/>
        </a:xfrm>
      </p:grpSpPr>
      <p:sp>
        <p:nvSpPr>
          <p:cNvPr id="22" name="Google Shape;22;p3"/>
          <p:cNvSpPr/>
          <p:nvPr/>
        </p:nvSpPr>
        <p:spPr>
          <a:xfrm rot="5400000">
            <a:off x="-285900" y="285900"/>
            <a:ext cx="5143500" cy="4571700"/>
          </a:xfrm>
          <a:prstGeom prst="round2SameRect">
            <a:avLst>
              <a:gd fmla="val 7676"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Inter"/>
              <a:ea typeface="Inter"/>
              <a:cs typeface="Inter"/>
              <a:sym typeface="Inter"/>
            </a:endParaRPr>
          </a:p>
        </p:txBody>
      </p:sp>
      <p:sp>
        <p:nvSpPr>
          <p:cNvPr id="23" name="Google Shape;23;p3"/>
          <p:cNvSpPr txBox="1"/>
          <p:nvPr>
            <p:ph type="title"/>
          </p:nvPr>
        </p:nvSpPr>
        <p:spPr>
          <a:xfrm>
            <a:off x="228600" y="228600"/>
            <a:ext cx="3713100" cy="11082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3">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26" name="Google Shape;26;p4"/>
          <p:cNvSpPr txBox="1"/>
          <p:nvPr>
            <p:ph idx="1" type="body"/>
          </p:nvPr>
        </p:nvSpPr>
        <p:spPr>
          <a:xfrm>
            <a:off x="3186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27" name="Google Shape;27;p4"/>
          <p:cNvSpPr txBox="1"/>
          <p:nvPr>
            <p:ph idx="2" type="body"/>
          </p:nvPr>
        </p:nvSpPr>
        <p:spPr>
          <a:xfrm>
            <a:off x="6911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28" name="Google Shape;28;p4"/>
          <p:cNvSpPr txBox="1"/>
          <p:nvPr>
            <p:ph idx="3" type="body"/>
          </p:nvPr>
        </p:nvSpPr>
        <p:spPr>
          <a:xfrm>
            <a:off x="2516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29" name="Google Shape;29;p4"/>
          <p:cNvSpPr txBox="1"/>
          <p:nvPr>
            <p:ph idx="4" type="body"/>
          </p:nvPr>
        </p:nvSpPr>
        <p:spPr>
          <a:xfrm>
            <a:off x="4713588"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0" name="Google Shape;30;p4"/>
          <p:cNvSpPr txBox="1"/>
          <p:nvPr>
            <p:ph idx="5" type="subTitle"/>
          </p:nvPr>
        </p:nvSpPr>
        <p:spPr>
          <a:xfrm>
            <a:off x="381950" y="2393500"/>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1" name="Google Shape;31;p4"/>
          <p:cNvSpPr txBox="1"/>
          <p:nvPr>
            <p:ph idx="6" type="subTitle"/>
          </p:nvPr>
        </p:nvSpPr>
        <p:spPr>
          <a:xfrm>
            <a:off x="2574000" y="2378475"/>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2" name="Google Shape;32;p4"/>
          <p:cNvSpPr txBox="1"/>
          <p:nvPr>
            <p:ph idx="7" type="subTitle"/>
          </p:nvPr>
        </p:nvSpPr>
        <p:spPr>
          <a:xfrm>
            <a:off x="4806538"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3" name="Google Shape;33;p4"/>
          <p:cNvSpPr txBox="1"/>
          <p:nvPr>
            <p:ph idx="8" type="subTitle"/>
          </p:nvPr>
        </p:nvSpPr>
        <p:spPr>
          <a:xfrm>
            <a:off x="7007100"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2">
    <p:spTree>
      <p:nvGrpSpPr>
        <p:cNvPr id="34" name="Shape 34"/>
        <p:cNvGrpSpPr/>
        <p:nvPr/>
      </p:nvGrpSpPr>
      <p:grpSpPr>
        <a:xfrm>
          <a:off x="0" y="0"/>
          <a:ext cx="0" cy="0"/>
          <a:chOff x="0" y="0"/>
          <a:chExt cx="0" cy="0"/>
        </a:xfrm>
      </p:grpSpPr>
      <p:sp>
        <p:nvSpPr>
          <p:cNvPr id="35" name="Google Shape;35;p5"/>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_1_1_1_1_1_1_1_1">
    <p:spTree>
      <p:nvGrpSpPr>
        <p:cNvPr id="36" name="Shape 3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LANK_1_1_1_1_1_1_1_1_1_1_3">
    <p:spTree>
      <p:nvGrpSpPr>
        <p:cNvPr id="37" name="Shape 37"/>
        <p:cNvGrpSpPr/>
        <p:nvPr/>
      </p:nvGrpSpPr>
      <p:grpSpPr>
        <a:xfrm>
          <a:off x="0" y="0"/>
          <a:ext cx="0" cy="0"/>
          <a:chOff x="0" y="0"/>
          <a:chExt cx="0" cy="0"/>
        </a:xfrm>
      </p:grpSpPr>
      <p:sp>
        <p:nvSpPr>
          <p:cNvPr id="38" name="Google Shape;38;p7"/>
          <p:cNvSpPr/>
          <p:nvPr/>
        </p:nvSpPr>
        <p:spPr>
          <a:xfrm>
            <a:off x="228600" y="632050"/>
            <a:ext cx="8686800" cy="3539400"/>
          </a:xfrm>
          <a:prstGeom prst="roundRect">
            <a:avLst>
              <a:gd fmla="val 5122"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9" name="Google Shape;39;p7"/>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40" name="Google Shape;40;p7"/>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
        <p:nvSpPr>
          <p:cNvPr id="41" name="Google Shape;41;p7"/>
          <p:cNvSpPr txBox="1"/>
          <p:nvPr>
            <p:ph idx="2" type="body"/>
          </p:nvPr>
        </p:nvSpPr>
        <p:spPr>
          <a:xfrm>
            <a:off x="378975"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2" name="Google Shape;42;p7"/>
          <p:cNvSpPr txBox="1"/>
          <p:nvPr>
            <p:ph idx="3" type="body"/>
          </p:nvPr>
        </p:nvSpPr>
        <p:spPr>
          <a:xfrm>
            <a:off x="4774123"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LANK_1_1_1_1_1_1_1_1_1_1_3_1">
    <p:spTree>
      <p:nvGrpSpPr>
        <p:cNvPr id="43" name="Shape 43"/>
        <p:cNvGrpSpPr/>
        <p:nvPr/>
      </p:nvGrpSpPr>
      <p:grpSpPr>
        <a:xfrm>
          <a:off x="0" y="0"/>
          <a:ext cx="0" cy="0"/>
          <a:chOff x="0" y="0"/>
          <a:chExt cx="0" cy="0"/>
        </a:xfrm>
      </p:grpSpPr>
      <p:sp>
        <p:nvSpPr>
          <p:cNvPr id="44" name="Google Shape;44;p8"/>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45" name="Google Shape;45;p8"/>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46" name="Shape 46"/>
        <p:cNvGrpSpPr/>
        <p:nvPr/>
      </p:nvGrpSpPr>
      <p:grpSpPr>
        <a:xfrm>
          <a:off x="0" y="0"/>
          <a:ext cx="0" cy="0"/>
          <a:chOff x="0" y="0"/>
          <a:chExt cx="0" cy="0"/>
        </a:xfrm>
      </p:grpSpPr>
      <p:sp>
        <p:nvSpPr>
          <p:cNvPr id="47" name="Google Shape;47;p9"/>
          <p:cNvSpPr txBox="1"/>
          <p:nvPr>
            <p:ph idx="1" type="subTitle"/>
          </p:nvPr>
        </p:nvSpPr>
        <p:spPr>
          <a:xfrm>
            <a:off x="927475" y="12697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8" name="Google Shape;48;p9"/>
          <p:cNvSpPr txBox="1"/>
          <p:nvPr>
            <p:ph idx="2" type="subTitle"/>
          </p:nvPr>
        </p:nvSpPr>
        <p:spPr>
          <a:xfrm>
            <a:off x="927475" y="20731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9" name="Google Shape;49;p9"/>
          <p:cNvSpPr txBox="1"/>
          <p:nvPr>
            <p:ph idx="3" type="subTitle"/>
          </p:nvPr>
        </p:nvSpPr>
        <p:spPr>
          <a:xfrm>
            <a:off x="927475" y="28913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50" name="Google Shape;50;p9"/>
          <p:cNvSpPr txBox="1"/>
          <p:nvPr>
            <p:ph idx="4" type="subTitle"/>
          </p:nvPr>
        </p:nvSpPr>
        <p:spPr>
          <a:xfrm>
            <a:off x="927475" y="36926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51" name="Google Shape;51;p9"/>
          <p:cNvSpPr txBox="1"/>
          <p:nvPr>
            <p:ph idx="5" type="subTitle"/>
          </p:nvPr>
        </p:nvSpPr>
        <p:spPr>
          <a:xfrm>
            <a:off x="228600" y="12697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9pPr>
          </a:lstStyle>
          <a:p/>
        </p:txBody>
      </p:sp>
      <p:sp>
        <p:nvSpPr>
          <p:cNvPr id="52" name="Google Shape;52;p9"/>
          <p:cNvSpPr txBox="1"/>
          <p:nvPr>
            <p:ph idx="6" type="subTitle"/>
          </p:nvPr>
        </p:nvSpPr>
        <p:spPr>
          <a:xfrm>
            <a:off x="228600" y="20731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53" name="Google Shape;53;p9"/>
          <p:cNvSpPr txBox="1"/>
          <p:nvPr>
            <p:ph idx="7" type="subTitle"/>
          </p:nvPr>
        </p:nvSpPr>
        <p:spPr>
          <a:xfrm>
            <a:off x="228600" y="28913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54" name="Google Shape;54;p9"/>
          <p:cNvSpPr txBox="1"/>
          <p:nvPr>
            <p:ph idx="8" type="subTitle"/>
          </p:nvPr>
        </p:nvSpPr>
        <p:spPr>
          <a:xfrm>
            <a:off x="228600" y="36926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deas">
  <p:cSld name="BLANK_1_1_1_1_1_1_1_1_1_1_1_1_1_2">
    <p:spTree>
      <p:nvGrpSpPr>
        <p:cNvPr id="55" name="Shape 55"/>
        <p:cNvGrpSpPr/>
        <p:nvPr/>
      </p:nvGrpSpPr>
      <p:grpSpPr>
        <a:xfrm>
          <a:off x="0" y="0"/>
          <a:ext cx="0" cy="0"/>
          <a:chOff x="0" y="0"/>
          <a:chExt cx="0" cy="0"/>
        </a:xfrm>
      </p:grpSpPr>
      <p:sp>
        <p:nvSpPr>
          <p:cNvPr id="56" name="Google Shape;56;p10"/>
          <p:cNvSpPr txBox="1"/>
          <p:nvPr>
            <p:ph type="title"/>
          </p:nvPr>
        </p:nvSpPr>
        <p:spPr>
          <a:xfrm>
            <a:off x="228300" y="9219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57" name="Google Shape;57;p10"/>
          <p:cNvSpPr txBox="1"/>
          <p:nvPr>
            <p:ph idx="2" type="title"/>
          </p:nvPr>
        </p:nvSpPr>
        <p:spPr>
          <a:xfrm>
            <a:off x="4788000" y="9173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58" name="Google Shape;58;p10"/>
          <p:cNvSpPr txBox="1"/>
          <p:nvPr>
            <p:ph idx="1" type="body"/>
          </p:nvPr>
        </p:nvSpPr>
        <p:spPr>
          <a:xfrm>
            <a:off x="228600" y="1345400"/>
            <a:ext cx="4134300" cy="1104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59" name="Google Shape;59;p10"/>
          <p:cNvSpPr txBox="1"/>
          <p:nvPr>
            <p:ph idx="3" type="body"/>
          </p:nvPr>
        </p:nvSpPr>
        <p:spPr>
          <a:xfrm>
            <a:off x="4781100" y="1345400"/>
            <a:ext cx="4134300" cy="1104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0" name="Google Shape;60;p10"/>
          <p:cNvSpPr txBox="1"/>
          <p:nvPr>
            <p:ph idx="4" type="subTitle"/>
          </p:nvPr>
        </p:nvSpPr>
        <p:spPr>
          <a:xfrm>
            <a:off x="5058000" y="3305850"/>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1" name="Google Shape;61;p10"/>
          <p:cNvSpPr txBox="1"/>
          <p:nvPr>
            <p:ph idx="5" type="body"/>
          </p:nvPr>
        </p:nvSpPr>
        <p:spPr>
          <a:xfrm>
            <a:off x="5058000" y="3595225"/>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2" name="Google Shape;62;p10"/>
          <p:cNvSpPr txBox="1"/>
          <p:nvPr>
            <p:ph idx="6" type="subTitle"/>
          </p:nvPr>
        </p:nvSpPr>
        <p:spPr>
          <a:xfrm>
            <a:off x="2438171" y="3305838"/>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3" name="Google Shape;63;p10"/>
          <p:cNvSpPr txBox="1"/>
          <p:nvPr>
            <p:ph idx="7" type="body"/>
          </p:nvPr>
        </p:nvSpPr>
        <p:spPr>
          <a:xfrm>
            <a:off x="2438171" y="3595213"/>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4" name="Google Shape;64;p10"/>
          <p:cNvSpPr/>
          <p:nvPr>
            <p:ph idx="8" type="pic"/>
          </p:nvPr>
        </p:nvSpPr>
        <p:spPr>
          <a:xfrm>
            <a:off x="0" y="3029625"/>
            <a:ext cx="2178300" cy="1895700"/>
          </a:xfrm>
          <a:prstGeom prst="rect">
            <a:avLst/>
          </a:prstGeom>
          <a:noFill/>
          <a:ln>
            <a:noFill/>
          </a:ln>
        </p:spPr>
      </p:sp>
      <p:sp>
        <p:nvSpPr>
          <p:cNvPr id="65" name="Google Shape;65;p10"/>
          <p:cNvSpPr/>
          <p:nvPr>
            <p:ph idx="9" type="pic"/>
          </p:nvPr>
        </p:nvSpPr>
        <p:spPr>
          <a:xfrm>
            <a:off x="6965700" y="3010075"/>
            <a:ext cx="2178300" cy="18957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idea">
  <p:cSld name="BLANK_1_1_1_1_1_1_1_1_1_1_1_1_1_2_1">
    <p:spTree>
      <p:nvGrpSpPr>
        <p:cNvPr id="66" name="Shape 66"/>
        <p:cNvGrpSpPr/>
        <p:nvPr/>
      </p:nvGrpSpPr>
      <p:grpSpPr>
        <a:xfrm>
          <a:off x="0" y="0"/>
          <a:ext cx="0" cy="0"/>
          <a:chOff x="0" y="0"/>
          <a:chExt cx="0" cy="0"/>
        </a:xfrm>
      </p:grpSpPr>
      <p:sp>
        <p:nvSpPr>
          <p:cNvPr id="67" name="Google Shape;67;p11"/>
          <p:cNvSpPr/>
          <p:nvPr/>
        </p:nvSpPr>
        <p:spPr>
          <a:xfrm>
            <a:off x="0" y="3149700"/>
            <a:ext cx="5322300" cy="1993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68" name="Google Shape;68;p11"/>
          <p:cNvSpPr txBox="1"/>
          <p:nvPr>
            <p:ph type="title"/>
          </p:nvPr>
        </p:nvSpPr>
        <p:spPr>
          <a:xfrm>
            <a:off x="228600" y="191575"/>
            <a:ext cx="4285800" cy="393600"/>
          </a:xfrm>
          <a:prstGeom prst="rect">
            <a:avLst/>
          </a:prstGeom>
        </p:spPr>
        <p:txBody>
          <a:bodyPr anchorCtr="0" anchor="t" bIns="0" lIns="0" spcFirstLastPara="1" rIns="0" wrap="square" tIns="0">
            <a:spAutoFit/>
          </a:bodyPr>
          <a:lstStyle>
            <a:lvl1pPr lvl="0">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9pPr>
          </a:lstStyle>
          <a:p/>
        </p:txBody>
      </p:sp>
      <p:sp>
        <p:nvSpPr>
          <p:cNvPr id="69" name="Google Shape;69;p11"/>
          <p:cNvSpPr txBox="1"/>
          <p:nvPr>
            <p:ph idx="1" type="body"/>
          </p:nvPr>
        </p:nvSpPr>
        <p:spPr>
          <a:xfrm>
            <a:off x="228600" y="1317900"/>
            <a:ext cx="4285800" cy="9645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0" name="Google Shape;70;p11"/>
          <p:cNvSpPr txBox="1"/>
          <p:nvPr>
            <p:ph idx="2" type="subTitle"/>
          </p:nvPr>
        </p:nvSpPr>
        <p:spPr>
          <a:xfrm>
            <a:off x="2286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1" name="Google Shape;71;p11"/>
          <p:cNvSpPr txBox="1"/>
          <p:nvPr>
            <p:ph idx="3" type="body"/>
          </p:nvPr>
        </p:nvSpPr>
        <p:spPr>
          <a:xfrm>
            <a:off x="2286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2" name="Google Shape;72;p11"/>
          <p:cNvSpPr txBox="1"/>
          <p:nvPr>
            <p:ph idx="4" type="subTitle"/>
          </p:nvPr>
        </p:nvSpPr>
        <p:spPr>
          <a:xfrm>
            <a:off x="25575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3" name="Google Shape;73;p11"/>
          <p:cNvSpPr txBox="1"/>
          <p:nvPr>
            <p:ph idx="5" type="body"/>
          </p:nvPr>
        </p:nvSpPr>
        <p:spPr>
          <a:xfrm>
            <a:off x="25575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4" name="Google Shape;74;p11"/>
          <p:cNvSpPr/>
          <p:nvPr>
            <p:ph idx="6" type="pic"/>
          </p:nvPr>
        </p:nvSpPr>
        <p:spPr>
          <a:xfrm rot="-5400000">
            <a:off x="4491900" y="497850"/>
            <a:ext cx="5156400" cy="4147800"/>
          </a:xfrm>
          <a:prstGeom prst="round2SameRect">
            <a:avLst>
              <a:gd fmla="val 8254" name="adj1"/>
              <a:gd fmla="val 0" name="adj2"/>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BLANK_1_1_1_1_1_1_1_1_1_1_1_1_1_1_1_1_1_1_1_1_1">
    <p:spTree>
      <p:nvGrpSpPr>
        <p:cNvPr id="75" name="Shape 75"/>
        <p:cNvGrpSpPr/>
        <p:nvPr/>
      </p:nvGrpSpPr>
      <p:grpSpPr>
        <a:xfrm>
          <a:off x="0" y="0"/>
          <a:ext cx="0" cy="0"/>
          <a:chOff x="0" y="0"/>
          <a:chExt cx="0" cy="0"/>
        </a:xfrm>
      </p:grpSpPr>
      <p:sp>
        <p:nvSpPr>
          <p:cNvPr id="76" name="Google Shape;76;p12"/>
          <p:cNvSpPr/>
          <p:nvPr>
            <p:ph idx="2" type="pic"/>
          </p:nvPr>
        </p:nvSpPr>
        <p:spPr>
          <a:xfrm>
            <a:off x="228650" y="2813125"/>
            <a:ext cx="8018700" cy="2099100"/>
          </a:xfrm>
          <a:prstGeom prst="roundRect">
            <a:avLst>
              <a:gd fmla="val 7988" name="adj"/>
            </a:avLst>
          </a:prstGeom>
          <a:noFill/>
          <a:ln>
            <a:noFill/>
          </a:ln>
        </p:spPr>
      </p:sp>
      <p:sp>
        <p:nvSpPr>
          <p:cNvPr id="77" name="Google Shape;77;p12"/>
          <p:cNvSpPr txBox="1"/>
          <p:nvPr>
            <p:ph idx="1" type="subTitle"/>
          </p:nvPr>
        </p:nvSpPr>
        <p:spPr>
          <a:xfrm>
            <a:off x="228600" y="947332"/>
            <a:ext cx="6480300" cy="595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
        <p:nvSpPr>
          <p:cNvPr id="78" name="Google Shape;78;p12"/>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79" name="Shape 79"/>
        <p:cNvGrpSpPr/>
        <p:nvPr/>
      </p:nvGrpSpPr>
      <p:grpSpPr>
        <a:xfrm>
          <a:off x="0" y="0"/>
          <a:ext cx="0" cy="0"/>
          <a:chOff x="0" y="0"/>
          <a:chExt cx="0" cy="0"/>
        </a:xfrm>
      </p:grpSpPr>
      <p:sp>
        <p:nvSpPr>
          <p:cNvPr id="80" name="Google Shape;80;p13"/>
          <p:cNvSpPr/>
          <p:nvPr>
            <p:ph idx="2" type="pic"/>
          </p:nvPr>
        </p:nvSpPr>
        <p:spPr>
          <a:xfrm>
            <a:off x="354750" y="1034550"/>
            <a:ext cx="1833000" cy="1833000"/>
          </a:xfrm>
          <a:prstGeom prst="roundRect">
            <a:avLst>
              <a:gd fmla="val 8703" name="adj"/>
            </a:avLst>
          </a:prstGeom>
          <a:noFill/>
          <a:ln>
            <a:noFill/>
          </a:ln>
        </p:spPr>
      </p:sp>
      <p:sp>
        <p:nvSpPr>
          <p:cNvPr id="81" name="Google Shape;81;p13"/>
          <p:cNvSpPr/>
          <p:nvPr>
            <p:ph idx="3" type="pic"/>
          </p:nvPr>
        </p:nvSpPr>
        <p:spPr>
          <a:xfrm>
            <a:off x="2555250" y="1034550"/>
            <a:ext cx="1833000" cy="1833000"/>
          </a:xfrm>
          <a:prstGeom prst="roundRect">
            <a:avLst>
              <a:gd fmla="val 8703" name="adj"/>
            </a:avLst>
          </a:prstGeom>
          <a:noFill/>
          <a:ln>
            <a:noFill/>
          </a:ln>
        </p:spPr>
      </p:sp>
      <p:sp>
        <p:nvSpPr>
          <p:cNvPr id="82" name="Google Shape;82;p13"/>
          <p:cNvSpPr/>
          <p:nvPr>
            <p:ph idx="4" type="pic"/>
          </p:nvPr>
        </p:nvSpPr>
        <p:spPr>
          <a:xfrm>
            <a:off x="4755750" y="1034550"/>
            <a:ext cx="1833000" cy="1833000"/>
          </a:xfrm>
          <a:prstGeom prst="roundRect">
            <a:avLst>
              <a:gd fmla="val 8703" name="adj"/>
            </a:avLst>
          </a:prstGeom>
          <a:noFill/>
          <a:ln>
            <a:noFill/>
          </a:ln>
        </p:spPr>
      </p:sp>
      <p:sp>
        <p:nvSpPr>
          <p:cNvPr id="83" name="Google Shape;83;p13"/>
          <p:cNvSpPr/>
          <p:nvPr>
            <p:ph idx="5" type="pic"/>
          </p:nvPr>
        </p:nvSpPr>
        <p:spPr>
          <a:xfrm>
            <a:off x="6956250" y="1034550"/>
            <a:ext cx="1833000" cy="1833000"/>
          </a:xfrm>
          <a:prstGeom prst="roundRect">
            <a:avLst>
              <a:gd fmla="val 8703" name="adj"/>
            </a:avLst>
          </a:prstGeom>
          <a:noFill/>
          <a:ln>
            <a:noFill/>
          </a:ln>
        </p:spPr>
      </p:sp>
      <p:sp>
        <p:nvSpPr>
          <p:cNvPr id="84" name="Google Shape;84;p13"/>
          <p:cNvSpPr txBox="1"/>
          <p:nvPr>
            <p:ph idx="1" type="subTitle"/>
          </p:nvPr>
        </p:nvSpPr>
        <p:spPr>
          <a:xfrm>
            <a:off x="399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85" name="Google Shape;85;p13"/>
          <p:cNvSpPr txBox="1"/>
          <p:nvPr>
            <p:ph idx="6" type="subTitle"/>
          </p:nvPr>
        </p:nvSpPr>
        <p:spPr>
          <a:xfrm>
            <a:off x="399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86" name="Google Shape;86;p13"/>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7" name="Google Shape;87;p13"/>
          <p:cNvSpPr txBox="1"/>
          <p:nvPr>
            <p:ph idx="8" type="subTitle"/>
          </p:nvPr>
        </p:nvSpPr>
        <p:spPr>
          <a:xfrm>
            <a:off x="2600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88" name="Google Shape;88;p13"/>
          <p:cNvSpPr txBox="1"/>
          <p:nvPr>
            <p:ph idx="9" type="subTitle"/>
          </p:nvPr>
        </p:nvSpPr>
        <p:spPr>
          <a:xfrm>
            <a:off x="2600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89" name="Google Shape;89;p13"/>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90" name="Google Shape;90;p13"/>
          <p:cNvSpPr txBox="1"/>
          <p:nvPr>
            <p:ph idx="14" type="subTitle"/>
          </p:nvPr>
        </p:nvSpPr>
        <p:spPr>
          <a:xfrm>
            <a:off x="4800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91" name="Google Shape;91;p13"/>
          <p:cNvSpPr txBox="1"/>
          <p:nvPr>
            <p:ph idx="15" type="subTitle"/>
          </p:nvPr>
        </p:nvSpPr>
        <p:spPr>
          <a:xfrm>
            <a:off x="4800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2" name="Google Shape;92;p13"/>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93" name="Google Shape;93;p13"/>
          <p:cNvSpPr txBox="1"/>
          <p:nvPr>
            <p:ph idx="17" type="subTitle"/>
          </p:nvPr>
        </p:nvSpPr>
        <p:spPr>
          <a:xfrm>
            <a:off x="7001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94" name="Google Shape;94;p13"/>
          <p:cNvSpPr txBox="1"/>
          <p:nvPr>
            <p:ph idx="18" type="subTitle"/>
          </p:nvPr>
        </p:nvSpPr>
        <p:spPr>
          <a:xfrm>
            <a:off x="7001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5" name="Google Shape;95;p13"/>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2">
  <p:cSld name="BLANK_1_1_1_1_1_1_1_1_1_1_1_1_1_1_1_1_1_1_1_1_1_1_2">
    <p:spTree>
      <p:nvGrpSpPr>
        <p:cNvPr id="96" name="Shape 96"/>
        <p:cNvGrpSpPr/>
        <p:nvPr/>
      </p:nvGrpSpPr>
      <p:grpSpPr>
        <a:xfrm>
          <a:off x="0" y="0"/>
          <a:ext cx="0" cy="0"/>
          <a:chOff x="0" y="0"/>
          <a:chExt cx="0" cy="0"/>
        </a:xfrm>
      </p:grpSpPr>
      <p:sp>
        <p:nvSpPr>
          <p:cNvPr id="97" name="Google Shape;97;p14"/>
          <p:cNvSpPr txBox="1"/>
          <p:nvPr>
            <p:ph idx="1" type="subTitle"/>
          </p:nvPr>
        </p:nvSpPr>
        <p:spPr>
          <a:xfrm>
            <a:off x="35390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98" name="Google Shape;98;p14"/>
          <p:cNvSpPr txBox="1"/>
          <p:nvPr>
            <p:ph idx="2" type="subTitle"/>
          </p:nvPr>
        </p:nvSpPr>
        <p:spPr>
          <a:xfrm>
            <a:off x="35390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9" name="Google Shape;99;p14"/>
          <p:cNvSpPr/>
          <p:nvPr>
            <p:ph idx="3" type="pic"/>
          </p:nvPr>
        </p:nvSpPr>
        <p:spPr>
          <a:xfrm>
            <a:off x="321050" y="825750"/>
            <a:ext cx="1342200" cy="1342200"/>
          </a:xfrm>
          <a:prstGeom prst="roundRect">
            <a:avLst>
              <a:gd fmla="val 8618" name="adj"/>
            </a:avLst>
          </a:prstGeom>
          <a:noFill/>
          <a:ln>
            <a:noFill/>
          </a:ln>
        </p:spPr>
      </p:sp>
      <p:sp>
        <p:nvSpPr>
          <p:cNvPr id="100" name="Google Shape;100;p14"/>
          <p:cNvSpPr txBox="1"/>
          <p:nvPr>
            <p:ph idx="4" type="subTitle"/>
          </p:nvPr>
        </p:nvSpPr>
        <p:spPr>
          <a:xfrm>
            <a:off x="2003288"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1" name="Google Shape;101;p14"/>
          <p:cNvSpPr txBox="1"/>
          <p:nvPr>
            <p:ph idx="5" type="subTitle"/>
          </p:nvPr>
        </p:nvSpPr>
        <p:spPr>
          <a:xfrm>
            <a:off x="2003288"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2" name="Google Shape;102;p14"/>
          <p:cNvSpPr/>
          <p:nvPr>
            <p:ph idx="6" type="pic"/>
          </p:nvPr>
        </p:nvSpPr>
        <p:spPr>
          <a:xfrm>
            <a:off x="1970438" y="825750"/>
            <a:ext cx="1342200" cy="1342200"/>
          </a:xfrm>
          <a:prstGeom prst="roundRect">
            <a:avLst>
              <a:gd fmla="val 8618" name="adj"/>
            </a:avLst>
          </a:prstGeom>
          <a:noFill/>
          <a:ln>
            <a:noFill/>
          </a:ln>
        </p:spPr>
      </p:sp>
      <p:sp>
        <p:nvSpPr>
          <p:cNvPr id="103" name="Google Shape;103;p14"/>
          <p:cNvSpPr txBox="1"/>
          <p:nvPr>
            <p:ph idx="7" type="subTitle"/>
          </p:nvPr>
        </p:nvSpPr>
        <p:spPr>
          <a:xfrm>
            <a:off x="3652675"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4" name="Google Shape;104;p14"/>
          <p:cNvSpPr txBox="1"/>
          <p:nvPr>
            <p:ph idx="8" type="subTitle"/>
          </p:nvPr>
        </p:nvSpPr>
        <p:spPr>
          <a:xfrm>
            <a:off x="3652675"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5" name="Google Shape;105;p14"/>
          <p:cNvSpPr/>
          <p:nvPr>
            <p:ph idx="9" type="pic"/>
          </p:nvPr>
        </p:nvSpPr>
        <p:spPr>
          <a:xfrm>
            <a:off x="3619825" y="825750"/>
            <a:ext cx="1342200" cy="1342200"/>
          </a:xfrm>
          <a:prstGeom prst="roundRect">
            <a:avLst>
              <a:gd fmla="val 8618" name="adj"/>
            </a:avLst>
          </a:prstGeom>
          <a:noFill/>
          <a:ln>
            <a:noFill/>
          </a:ln>
        </p:spPr>
      </p:sp>
      <p:sp>
        <p:nvSpPr>
          <p:cNvPr id="106" name="Google Shape;106;p14"/>
          <p:cNvSpPr txBox="1"/>
          <p:nvPr>
            <p:ph idx="13" type="subTitle"/>
          </p:nvPr>
        </p:nvSpPr>
        <p:spPr>
          <a:xfrm>
            <a:off x="530205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7" name="Google Shape;107;p14"/>
          <p:cNvSpPr txBox="1"/>
          <p:nvPr>
            <p:ph idx="14" type="subTitle"/>
          </p:nvPr>
        </p:nvSpPr>
        <p:spPr>
          <a:xfrm>
            <a:off x="530205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8" name="Google Shape;108;p14"/>
          <p:cNvSpPr/>
          <p:nvPr>
            <p:ph idx="15" type="pic"/>
          </p:nvPr>
        </p:nvSpPr>
        <p:spPr>
          <a:xfrm>
            <a:off x="5269200" y="825750"/>
            <a:ext cx="1342200" cy="1342200"/>
          </a:xfrm>
          <a:prstGeom prst="roundRect">
            <a:avLst>
              <a:gd fmla="val 8618" name="adj"/>
            </a:avLst>
          </a:prstGeom>
          <a:noFill/>
          <a:ln>
            <a:noFill/>
          </a:ln>
        </p:spPr>
      </p:sp>
      <p:sp>
        <p:nvSpPr>
          <p:cNvPr id="109" name="Google Shape;109;p14"/>
          <p:cNvSpPr txBox="1"/>
          <p:nvPr>
            <p:ph idx="16" type="subTitle"/>
          </p:nvPr>
        </p:nvSpPr>
        <p:spPr>
          <a:xfrm>
            <a:off x="200330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0" name="Google Shape;110;p14"/>
          <p:cNvSpPr txBox="1"/>
          <p:nvPr>
            <p:ph idx="17" type="subTitle"/>
          </p:nvPr>
        </p:nvSpPr>
        <p:spPr>
          <a:xfrm>
            <a:off x="200330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1" name="Google Shape;111;p14"/>
          <p:cNvSpPr/>
          <p:nvPr>
            <p:ph idx="18" type="pic"/>
          </p:nvPr>
        </p:nvSpPr>
        <p:spPr>
          <a:xfrm>
            <a:off x="1970450" y="2976000"/>
            <a:ext cx="1342200" cy="1342200"/>
          </a:xfrm>
          <a:prstGeom prst="roundRect">
            <a:avLst>
              <a:gd fmla="val 8618" name="adj"/>
            </a:avLst>
          </a:prstGeom>
          <a:noFill/>
          <a:ln>
            <a:noFill/>
          </a:ln>
        </p:spPr>
      </p:sp>
      <p:sp>
        <p:nvSpPr>
          <p:cNvPr id="112" name="Google Shape;112;p14"/>
          <p:cNvSpPr txBox="1"/>
          <p:nvPr>
            <p:ph idx="19" type="subTitle"/>
          </p:nvPr>
        </p:nvSpPr>
        <p:spPr>
          <a:xfrm>
            <a:off x="3652688"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3" name="Google Shape;113;p14"/>
          <p:cNvSpPr txBox="1"/>
          <p:nvPr>
            <p:ph idx="20" type="subTitle"/>
          </p:nvPr>
        </p:nvSpPr>
        <p:spPr>
          <a:xfrm>
            <a:off x="3652688"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4" name="Google Shape;114;p14"/>
          <p:cNvSpPr/>
          <p:nvPr>
            <p:ph idx="21" type="pic"/>
          </p:nvPr>
        </p:nvSpPr>
        <p:spPr>
          <a:xfrm>
            <a:off x="3619838" y="2976000"/>
            <a:ext cx="1342200" cy="1342200"/>
          </a:xfrm>
          <a:prstGeom prst="roundRect">
            <a:avLst>
              <a:gd fmla="val 8618" name="adj"/>
            </a:avLst>
          </a:prstGeom>
          <a:noFill/>
          <a:ln>
            <a:noFill/>
          </a:ln>
        </p:spPr>
      </p:sp>
      <p:sp>
        <p:nvSpPr>
          <p:cNvPr id="115" name="Google Shape;115;p14"/>
          <p:cNvSpPr txBox="1"/>
          <p:nvPr>
            <p:ph idx="22" type="subTitle"/>
          </p:nvPr>
        </p:nvSpPr>
        <p:spPr>
          <a:xfrm>
            <a:off x="5302075"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6" name="Google Shape;116;p14"/>
          <p:cNvSpPr txBox="1"/>
          <p:nvPr>
            <p:ph idx="23" type="subTitle"/>
          </p:nvPr>
        </p:nvSpPr>
        <p:spPr>
          <a:xfrm>
            <a:off x="5302075"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7" name="Google Shape;117;p14"/>
          <p:cNvSpPr/>
          <p:nvPr>
            <p:ph idx="24" type="pic"/>
          </p:nvPr>
        </p:nvSpPr>
        <p:spPr>
          <a:xfrm>
            <a:off x="5269225" y="2976000"/>
            <a:ext cx="1342200" cy="1342200"/>
          </a:xfrm>
          <a:prstGeom prst="roundRect">
            <a:avLst>
              <a:gd fmla="val 8618" name="adj"/>
            </a:avLst>
          </a:prstGeom>
          <a:noFill/>
          <a:ln>
            <a:noFill/>
          </a:ln>
        </p:spPr>
      </p:sp>
      <p:sp>
        <p:nvSpPr>
          <p:cNvPr id="118" name="Google Shape;118;p14"/>
          <p:cNvSpPr txBox="1"/>
          <p:nvPr>
            <p:ph idx="25" type="subTitle"/>
          </p:nvPr>
        </p:nvSpPr>
        <p:spPr>
          <a:xfrm>
            <a:off x="695145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9" name="Google Shape;119;p14"/>
          <p:cNvSpPr txBox="1"/>
          <p:nvPr>
            <p:ph idx="26" type="subTitle"/>
          </p:nvPr>
        </p:nvSpPr>
        <p:spPr>
          <a:xfrm>
            <a:off x="695145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20" name="Google Shape;120;p14"/>
          <p:cNvSpPr/>
          <p:nvPr>
            <p:ph idx="27" type="pic"/>
          </p:nvPr>
        </p:nvSpPr>
        <p:spPr>
          <a:xfrm>
            <a:off x="6918600" y="2976000"/>
            <a:ext cx="1342200" cy="1342200"/>
          </a:xfrm>
          <a:prstGeom prst="roundRect">
            <a:avLst>
              <a:gd fmla="val 8618" name="adj"/>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ersonas">
  <p:cSld name="BLANK_1_1_1_1_1_1_1_1_1_1_1_1_1_1_1_1_1_1_1_1_1_1_1">
    <p:spTree>
      <p:nvGrpSpPr>
        <p:cNvPr id="121" name="Shape 121"/>
        <p:cNvGrpSpPr/>
        <p:nvPr/>
      </p:nvGrpSpPr>
      <p:grpSpPr>
        <a:xfrm>
          <a:off x="0" y="0"/>
          <a:ext cx="0" cy="0"/>
          <a:chOff x="0" y="0"/>
          <a:chExt cx="0" cy="0"/>
        </a:xfrm>
      </p:grpSpPr>
      <p:sp>
        <p:nvSpPr>
          <p:cNvPr id="122" name="Google Shape;122;p15"/>
          <p:cNvSpPr/>
          <p:nvPr>
            <p:ph idx="2" type="pic"/>
          </p:nvPr>
        </p:nvSpPr>
        <p:spPr>
          <a:xfrm>
            <a:off x="228300" y="912725"/>
            <a:ext cx="1833000" cy="2294100"/>
          </a:xfrm>
          <a:prstGeom prst="roundRect">
            <a:avLst>
              <a:gd fmla="val 12454" name="adj"/>
            </a:avLst>
          </a:prstGeom>
          <a:noFill/>
          <a:ln>
            <a:noFill/>
          </a:ln>
        </p:spPr>
      </p:sp>
      <p:sp>
        <p:nvSpPr>
          <p:cNvPr id="123" name="Google Shape;123;p15"/>
          <p:cNvSpPr/>
          <p:nvPr>
            <p:ph idx="3" type="pic"/>
          </p:nvPr>
        </p:nvSpPr>
        <p:spPr>
          <a:xfrm>
            <a:off x="4781400" y="912725"/>
            <a:ext cx="1833000" cy="2294100"/>
          </a:xfrm>
          <a:prstGeom prst="roundRect">
            <a:avLst>
              <a:gd fmla="val 12454" name="adj"/>
            </a:avLst>
          </a:prstGeom>
          <a:noFill/>
          <a:ln>
            <a:noFill/>
          </a:ln>
        </p:spPr>
      </p:sp>
      <p:sp>
        <p:nvSpPr>
          <p:cNvPr id="124" name="Google Shape;124;p15"/>
          <p:cNvSpPr txBox="1"/>
          <p:nvPr>
            <p:ph idx="1" type="body"/>
          </p:nvPr>
        </p:nvSpPr>
        <p:spPr>
          <a:xfrm>
            <a:off x="22707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25" name="Google Shape;125;p15"/>
          <p:cNvSpPr txBox="1"/>
          <p:nvPr>
            <p:ph idx="4" type="body"/>
          </p:nvPr>
        </p:nvSpPr>
        <p:spPr>
          <a:xfrm>
            <a:off x="68238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26" name="Google Shape;126;p15"/>
          <p:cNvSpPr txBox="1"/>
          <p:nvPr>
            <p:ph idx="5" type="subTitle"/>
          </p:nvPr>
        </p:nvSpPr>
        <p:spPr>
          <a:xfrm>
            <a:off x="27765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
        <p:nvSpPr>
          <p:cNvPr id="127" name="Google Shape;127;p15"/>
          <p:cNvSpPr txBox="1"/>
          <p:nvPr>
            <p:ph idx="6" type="subTitle"/>
          </p:nvPr>
        </p:nvSpPr>
        <p:spPr>
          <a:xfrm>
            <a:off x="483510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s">
  <p:cSld name="BLANK_1_1_1_1_1_1_1_1_1_1_1_1_1_1_1_1_1_1_1_1_1_1_1_2">
    <p:spTree>
      <p:nvGrpSpPr>
        <p:cNvPr id="128" name="Shape 128"/>
        <p:cNvGrpSpPr/>
        <p:nvPr/>
      </p:nvGrpSpPr>
      <p:grpSpPr>
        <a:xfrm>
          <a:off x="0" y="0"/>
          <a:ext cx="0" cy="0"/>
          <a:chOff x="0" y="0"/>
          <a:chExt cx="0" cy="0"/>
        </a:xfrm>
      </p:grpSpPr>
      <p:sp>
        <p:nvSpPr>
          <p:cNvPr id="129" name="Google Shape;129;p16"/>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
        <p:nvSpPr>
          <p:cNvPr id="130" name="Google Shape;130;p16"/>
          <p:cNvSpPr txBox="1"/>
          <p:nvPr>
            <p:ph idx="1" type="body"/>
          </p:nvPr>
        </p:nvSpPr>
        <p:spPr>
          <a:xfrm>
            <a:off x="228625" y="4191000"/>
            <a:ext cx="1113600" cy="713400"/>
          </a:xfrm>
          <a:prstGeom prst="rect">
            <a:avLst/>
          </a:prstGeom>
        </p:spPr>
        <p:txBody>
          <a:bodyPr anchorCtr="0" anchor="b"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1" name="Google Shape;131;p16"/>
          <p:cNvSpPr/>
          <p:nvPr>
            <p:ph idx="2" type="pic"/>
          </p:nvPr>
        </p:nvSpPr>
        <p:spPr>
          <a:xfrm>
            <a:off x="228575" y="1571250"/>
            <a:ext cx="517500" cy="517500"/>
          </a:xfrm>
          <a:prstGeom prst="ellipse">
            <a:avLst/>
          </a:prstGeom>
          <a:noFill/>
          <a:ln>
            <a:noFill/>
          </a:ln>
        </p:spPr>
      </p:sp>
      <p:sp>
        <p:nvSpPr>
          <p:cNvPr id="132" name="Google Shape;132;p16"/>
          <p:cNvSpPr/>
          <p:nvPr>
            <p:ph idx="3" type="pic"/>
          </p:nvPr>
        </p:nvSpPr>
        <p:spPr>
          <a:xfrm>
            <a:off x="824775" y="1571250"/>
            <a:ext cx="517500" cy="517500"/>
          </a:xfrm>
          <a:prstGeom prst="ellipse">
            <a:avLst/>
          </a:prstGeom>
          <a:noFill/>
          <a:ln>
            <a:noFill/>
          </a:ln>
        </p:spPr>
      </p:sp>
      <p:sp>
        <p:nvSpPr>
          <p:cNvPr id="133" name="Google Shape;133;p16"/>
          <p:cNvSpPr/>
          <p:nvPr>
            <p:ph idx="4" type="pic"/>
          </p:nvPr>
        </p:nvSpPr>
        <p:spPr>
          <a:xfrm>
            <a:off x="228550" y="2165325"/>
            <a:ext cx="517500" cy="517500"/>
          </a:xfrm>
          <a:prstGeom prst="ellipse">
            <a:avLst/>
          </a:prstGeom>
          <a:noFill/>
          <a:ln>
            <a:noFill/>
          </a:ln>
        </p:spPr>
      </p:sp>
      <p:sp>
        <p:nvSpPr>
          <p:cNvPr id="134" name="Google Shape;134;p16"/>
          <p:cNvSpPr/>
          <p:nvPr>
            <p:ph idx="5" type="pic"/>
          </p:nvPr>
        </p:nvSpPr>
        <p:spPr>
          <a:xfrm>
            <a:off x="824750" y="2165325"/>
            <a:ext cx="517500" cy="517500"/>
          </a:xfrm>
          <a:prstGeom prst="ellipse">
            <a:avLst/>
          </a:prstGeom>
          <a:noFill/>
          <a:ln>
            <a:noFill/>
          </a:ln>
        </p:spPr>
      </p:sp>
      <p:sp>
        <p:nvSpPr>
          <p:cNvPr id="135" name="Google Shape;135;p16"/>
          <p:cNvSpPr/>
          <p:nvPr>
            <p:ph idx="6" type="pic"/>
          </p:nvPr>
        </p:nvSpPr>
        <p:spPr>
          <a:xfrm>
            <a:off x="228588" y="2759400"/>
            <a:ext cx="517500" cy="517500"/>
          </a:xfrm>
          <a:prstGeom prst="ellipse">
            <a:avLst/>
          </a:prstGeom>
          <a:noFill/>
          <a:ln>
            <a:noFill/>
          </a:ln>
        </p:spPr>
      </p:sp>
      <p:sp>
        <p:nvSpPr>
          <p:cNvPr id="136" name="Google Shape;136;p16"/>
          <p:cNvSpPr/>
          <p:nvPr>
            <p:ph idx="7" type="pic"/>
          </p:nvPr>
        </p:nvSpPr>
        <p:spPr>
          <a:xfrm>
            <a:off x="824788" y="2759400"/>
            <a:ext cx="517500" cy="517500"/>
          </a:xfrm>
          <a:prstGeom prst="ellipse">
            <a:avLst/>
          </a:prstGeom>
          <a:noFill/>
          <a:ln>
            <a:noFill/>
          </a:ln>
        </p:spPr>
      </p:sp>
      <p:sp>
        <p:nvSpPr>
          <p:cNvPr id="137" name="Google Shape;137;p16"/>
          <p:cNvSpPr/>
          <p:nvPr>
            <p:ph idx="8" type="pic"/>
          </p:nvPr>
        </p:nvSpPr>
        <p:spPr>
          <a:xfrm>
            <a:off x="228563" y="3353475"/>
            <a:ext cx="517500" cy="517500"/>
          </a:xfrm>
          <a:prstGeom prst="ellipse">
            <a:avLst/>
          </a:prstGeom>
          <a:noFill/>
          <a:ln>
            <a:noFill/>
          </a:ln>
        </p:spPr>
      </p:sp>
      <p:sp>
        <p:nvSpPr>
          <p:cNvPr id="138" name="Google Shape;138;p16"/>
          <p:cNvSpPr/>
          <p:nvPr>
            <p:ph idx="9" type="pic"/>
          </p:nvPr>
        </p:nvSpPr>
        <p:spPr>
          <a:xfrm>
            <a:off x="824763" y="3353475"/>
            <a:ext cx="517500" cy="517500"/>
          </a:xfrm>
          <a:prstGeom prst="ellipse">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BLANK_1_1_1_1_1_1_1_1_1_1_1_1_1_1_1_1_1_1_1_1_1_1_1_1">
    <p:bg>
      <p:bgPr>
        <a:solidFill>
          <a:schemeClr val="accent4"/>
        </a:solidFill>
      </p:bgPr>
    </p:bg>
    <p:spTree>
      <p:nvGrpSpPr>
        <p:cNvPr id="139" name="Shape 139"/>
        <p:cNvGrpSpPr/>
        <p:nvPr/>
      </p:nvGrpSpPr>
      <p:grpSpPr>
        <a:xfrm>
          <a:off x="0" y="0"/>
          <a:ext cx="0" cy="0"/>
          <a:chOff x="0" y="0"/>
          <a:chExt cx="0" cy="0"/>
        </a:xfrm>
      </p:grpSpPr>
      <p:sp>
        <p:nvSpPr>
          <p:cNvPr id="140" name="Google Shape;140;p17"/>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BLANK_1_1_1_1_1_1_1_1_1_1_1_1_1_1_1_1_1_1_1_1_1_1_1_1_1">
    <p:spTree>
      <p:nvGrpSpPr>
        <p:cNvPr id="141" name="Shape 141"/>
        <p:cNvGrpSpPr/>
        <p:nvPr/>
      </p:nvGrpSpPr>
      <p:grpSpPr>
        <a:xfrm>
          <a:off x="0" y="0"/>
          <a:ext cx="0" cy="0"/>
          <a:chOff x="0" y="0"/>
          <a:chExt cx="0" cy="0"/>
        </a:xfrm>
      </p:grpSpPr>
      <p:sp>
        <p:nvSpPr>
          <p:cNvPr id="142" name="Google Shape;142;p18"/>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143" name="Google Shape;143;p18"/>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1000"/>
              </a:spcBef>
              <a:spcAft>
                <a:spcPts val="100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BLANK_1_1_1_1_1_1_1_1_1_1_1_1_1_1_1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19"/>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9pPr>
          </a:lstStyle>
          <a:p/>
        </p:txBody>
      </p:sp>
      <p:sp>
        <p:nvSpPr>
          <p:cNvPr id="146" name="Google Shape;146;p19"/>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1pPr>
            <a:lvl2pPr lvl="1">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2pPr>
            <a:lvl3pPr lvl="2">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3pPr>
            <a:lvl4pPr lvl="3">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4pPr>
            <a:lvl5pPr lvl="4">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5pPr>
            <a:lvl6pPr lvl="5">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6pPr>
            <a:lvl7pPr lvl="6">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7pPr>
            <a:lvl8pPr lvl="7">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8pPr>
            <a:lvl9pPr lvl="8">
              <a:lnSpc>
                <a:spcPct val="115000"/>
              </a:lnSpc>
              <a:spcBef>
                <a:spcPts val="1000"/>
              </a:spcBef>
              <a:spcAft>
                <a:spcPts val="100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1">
  <p:cSld name="BLANK_1_1_1_1_1_1_1_1_1_1_1_1_1_1_1_1_1_1_1_1_1_1_1_1_1_2">
    <p:spTree>
      <p:nvGrpSpPr>
        <p:cNvPr id="147" name="Shape 147"/>
        <p:cNvGrpSpPr/>
        <p:nvPr/>
      </p:nvGrpSpPr>
      <p:grpSpPr>
        <a:xfrm>
          <a:off x="0" y="0"/>
          <a:ext cx="0" cy="0"/>
          <a:chOff x="0" y="0"/>
          <a:chExt cx="0" cy="0"/>
        </a:xfrm>
      </p:grpSpPr>
      <p:sp>
        <p:nvSpPr>
          <p:cNvPr id="148" name="Google Shape;148;p20"/>
          <p:cNvSpPr/>
          <p:nvPr>
            <p:ph idx="2" type="pic"/>
          </p:nvPr>
        </p:nvSpPr>
        <p:spPr>
          <a:xfrm>
            <a:off x="4577975" y="632250"/>
            <a:ext cx="4349400" cy="4281600"/>
          </a:xfrm>
          <a:prstGeom prst="roundRect">
            <a:avLst>
              <a:gd fmla="val 6217" name="adj"/>
            </a:avLst>
          </a:prstGeom>
          <a:noFill/>
          <a:ln>
            <a:noFill/>
          </a:ln>
        </p:spPr>
      </p:sp>
      <p:sp>
        <p:nvSpPr>
          <p:cNvPr id="149" name="Google Shape;149;p20"/>
          <p:cNvSpPr/>
          <p:nvPr>
            <p:ph idx="3" type="pic"/>
          </p:nvPr>
        </p:nvSpPr>
        <p:spPr>
          <a:xfrm>
            <a:off x="228775" y="2621175"/>
            <a:ext cx="4238400" cy="2293500"/>
          </a:xfrm>
          <a:prstGeom prst="roundRect">
            <a:avLst>
              <a:gd fmla="val 9802" name="adj"/>
            </a:avLst>
          </a:prstGeom>
          <a:noFill/>
          <a:ln>
            <a:noFill/>
          </a:ln>
        </p:spPr>
      </p:sp>
      <p:sp>
        <p:nvSpPr>
          <p:cNvPr id="150" name="Google Shape;150;p20"/>
          <p:cNvSpPr/>
          <p:nvPr>
            <p:ph idx="4" type="pic"/>
          </p:nvPr>
        </p:nvSpPr>
        <p:spPr>
          <a:xfrm>
            <a:off x="228775" y="632025"/>
            <a:ext cx="2068500" cy="1890900"/>
          </a:xfrm>
          <a:prstGeom prst="roundRect">
            <a:avLst>
              <a:gd fmla="val 11889" name="adj"/>
            </a:avLst>
          </a:prstGeom>
          <a:noFill/>
          <a:ln>
            <a:noFill/>
          </a:ln>
        </p:spPr>
      </p:sp>
      <p:sp>
        <p:nvSpPr>
          <p:cNvPr id="151" name="Google Shape;151;p20"/>
          <p:cNvSpPr/>
          <p:nvPr>
            <p:ph idx="5" type="pic"/>
          </p:nvPr>
        </p:nvSpPr>
        <p:spPr>
          <a:xfrm>
            <a:off x="2403375" y="632025"/>
            <a:ext cx="2068500" cy="1890900"/>
          </a:xfrm>
          <a:prstGeom prst="roundRect">
            <a:avLst>
              <a:gd fmla="val 11889" name="adj"/>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2">
  <p:cSld name="BLANK_1_1_1_1_1_1_1_1_1_1_1_1_1_1_1_1_1_1_1_1_1_1_1_1_1_2_1">
    <p:spTree>
      <p:nvGrpSpPr>
        <p:cNvPr id="152" name="Shape 152"/>
        <p:cNvGrpSpPr/>
        <p:nvPr/>
      </p:nvGrpSpPr>
      <p:grpSpPr>
        <a:xfrm>
          <a:off x="0" y="0"/>
          <a:ext cx="0" cy="0"/>
          <a:chOff x="0" y="0"/>
          <a:chExt cx="0" cy="0"/>
        </a:xfrm>
      </p:grpSpPr>
      <p:sp>
        <p:nvSpPr>
          <p:cNvPr id="153" name="Google Shape;153;p21"/>
          <p:cNvSpPr/>
          <p:nvPr>
            <p:ph idx="2" type="pic"/>
          </p:nvPr>
        </p:nvSpPr>
        <p:spPr>
          <a:xfrm>
            <a:off x="228625" y="632025"/>
            <a:ext cx="2085300" cy="2768700"/>
          </a:xfrm>
          <a:prstGeom prst="round2SameRect">
            <a:avLst>
              <a:gd fmla="val 11780" name="adj1"/>
              <a:gd fmla="val 0" name="adj2"/>
            </a:avLst>
          </a:prstGeom>
          <a:noFill/>
          <a:ln>
            <a:noFill/>
          </a:ln>
        </p:spPr>
      </p:sp>
      <p:sp>
        <p:nvSpPr>
          <p:cNvPr id="154" name="Google Shape;154;p21"/>
          <p:cNvSpPr txBox="1"/>
          <p:nvPr>
            <p:ph idx="1" type="subTitle"/>
          </p:nvPr>
        </p:nvSpPr>
        <p:spPr>
          <a:xfrm>
            <a:off x="40170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55" name="Google Shape;155;p21"/>
          <p:cNvSpPr/>
          <p:nvPr>
            <p:ph idx="3" type="pic"/>
          </p:nvPr>
        </p:nvSpPr>
        <p:spPr>
          <a:xfrm>
            <a:off x="2429113" y="631925"/>
            <a:ext cx="2085300" cy="2768700"/>
          </a:xfrm>
          <a:prstGeom prst="round2SameRect">
            <a:avLst>
              <a:gd fmla="val 11780" name="adj1"/>
              <a:gd fmla="val 0" name="adj2"/>
            </a:avLst>
          </a:prstGeom>
          <a:noFill/>
          <a:ln>
            <a:noFill/>
          </a:ln>
        </p:spPr>
      </p:sp>
      <p:sp>
        <p:nvSpPr>
          <p:cNvPr id="156" name="Google Shape;156;p21"/>
          <p:cNvSpPr txBox="1"/>
          <p:nvPr>
            <p:ph idx="4" type="subTitle"/>
          </p:nvPr>
        </p:nvSpPr>
        <p:spPr>
          <a:xfrm>
            <a:off x="2602188"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57" name="Google Shape;157;p21"/>
          <p:cNvSpPr/>
          <p:nvPr>
            <p:ph idx="5" type="pic"/>
          </p:nvPr>
        </p:nvSpPr>
        <p:spPr>
          <a:xfrm>
            <a:off x="4629600" y="631925"/>
            <a:ext cx="2085300" cy="2768700"/>
          </a:xfrm>
          <a:prstGeom prst="round2SameRect">
            <a:avLst>
              <a:gd fmla="val 11780" name="adj1"/>
              <a:gd fmla="val 0" name="adj2"/>
            </a:avLst>
          </a:prstGeom>
          <a:noFill/>
          <a:ln>
            <a:noFill/>
          </a:ln>
        </p:spPr>
      </p:sp>
      <p:sp>
        <p:nvSpPr>
          <p:cNvPr id="158" name="Google Shape;158;p21"/>
          <p:cNvSpPr txBox="1"/>
          <p:nvPr>
            <p:ph idx="6" type="subTitle"/>
          </p:nvPr>
        </p:nvSpPr>
        <p:spPr>
          <a:xfrm>
            <a:off x="4802675"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59" name="Google Shape;159;p21"/>
          <p:cNvSpPr/>
          <p:nvPr>
            <p:ph idx="7" type="pic"/>
          </p:nvPr>
        </p:nvSpPr>
        <p:spPr>
          <a:xfrm>
            <a:off x="6830075" y="632025"/>
            <a:ext cx="2085300" cy="2768700"/>
          </a:xfrm>
          <a:prstGeom prst="round2SameRect">
            <a:avLst>
              <a:gd fmla="val 11780" name="adj1"/>
              <a:gd fmla="val 0" name="adj2"/>
            </a:avLst>
          </a:prstGeom>
          <a:noFill/>
          <a:ln>
            <a:noFill/>
          </a:ln>
        </p:spPr>
      </p:sp>
      <p:sp>
        <p:nvSpPr>
          <p:cNvPr id="160" name="Google Shape;160;p21"/>
          <p:cNvSpPr txBox="1"/>
          <p:nvPr>
            <p:ph idx="8" type="subTitle"/>
          </p:nvPr>
        </p:nvSpPr>
        <p:spPr>
          <a:xfrm>
            <a:off x="700315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1_1_4">
    <p:spTree>
      <p:nvGrpSpPr>
        <p:cNvPr id="161" name="Shape 161"/>
        <p:cNvGrpSpPr/>
        <p:nvPr/>
      </p:nvGrpSpPr>
      <p:grpSpPr>
        <a:xfrm>
          <a:off x="0" y="0"/>
          <a:ext cx="0" cy="0"/>
          <a:chOff x="0" y="0"/>
          <a:chExt cx="0" cy="0"/>
        </a:xfrm>
      </p:grpSpPr>
      <p:sp>
        <p:nvSpPr>
          <p:cNvPr id="162" name="Google Shape;162;p22"/>
          <p:cNvSpPr/>
          <p:nvPr/>
        </p:nvSpPr>
        <p:spPr>
          <a:xfrm>
            <a:off x="6625332" y="229950"/>
            <a:ext cx="2283000" cy="22830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63" name="Google Shape;163;p22"/>
          <p:cNvSpPr/>
          <p:nvPr/>
        </p:nvSpPr>
        <p:spPr>
          <a:xfrm>
            <a:off x="235213" y="229950"/>
            <a:ext cx="6282300" cy="4683600"/>
          </a:xfrm>
          <a:prstGeom prst="roundRect">
            <a:avLst>
              <a:gd fmla="val 584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64" name="Google Shape;164;p22"/>
          <p:cNvSpPr/>
          <p:nvPr/>
        </p:nvSpPr>
        <p:spPr>
          <a:xfrm>
            <a:off x="6625786" y="2630415"/>
            <a:ext cx="2283000" cy="2283000"/>
          </a:xfrm>
          <a:prstGeom prst="roundRect">
            <a:avLst>
              <a:gd fmla="val 1221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165" name="Google Shape;165;p22"/>
          <p:cNvSpPr txBox="1"/>
          <p:nvPr>
            <p:ph type="title"/>
          </p:nvPr>
        </p:nvSpPr>
        <p:spPr>
          <a:xfrm>
            <a:off x="570013" y="3961157"/>
            <a:ext cx="5582100" cy="603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9pPr>
          </a:lstStyle>
          <a:p/>
        </p:txBody>
      </p:sp>
      <p:sp>
        <p:nvSpPr>
          <p:cNvPr descr="A donut shape" id="166" name="Google Shape;166;p22"/>
          <p:cNvSpPr/>
          <p:nvPr/>
        </p:nvSpPr>
        <p:spPr>
          <a:xfrm>
            <a:off x="7134588" y="3139675"/>
            <a:ext cx="1264500" cy="1264500"/>
          </a:xfrm>
          <a:prstGeom prst="donu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167" name="Google Shape;167;p22"/>
          <p:cNvSpPr/>
          <p:nvPr/>
        </p:nvSpPr>
        <p:spPr>
          <a:xfrm>
            <a:off x="7092288" y="697800"/>
            <a:ext cx="1349100" cy="1347300"/>
          </a:xfrm>
          <a:prstGeom prst="plaque">
            <a:avLst>
              <a:gd fmla="val 44918"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CUSTOM">
    <p:spTree>
      <p:nvGrpSpPr>
        <p:cNvPr id="168" name="Shape 168"/>
        <p:cNvGrpSpPr/>
        <p:nvPr/>
      </p:nvGrpSpPr>
      <p:grpSpPr>
        <a:xfrm>
          <a:off x="0" y="0"/>
          <a:ext cx="0" cy="0"/>
          <a:chOff x="0" y="0"/>
          <a:chExt cx="0" cy="0"/>
        </a:xfrm>
      </p:grpSpPr>
      <p:sp>
        <p:nvSpPr>
          <p:cNvPr id="169" name="Google Shape;169;p23"/>
          <p:cNvSpPr/>
          <p:nvPr/>
        </p:nvSpPr>
        <p:spPr>
          <a:xfrm rot="5400000">
            <a:off x="-285900" y="285900"/>
            <a:ext cx="5143500" cy="4571700"/>
          </a:xfrm>
          <a:prstGeom prst="round2SameRect">
            <a:avLst>
              <a:gd fmla="val 689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70" name="Google Shape;170;p23"/>
          <p:cNvSpPr txBox="1"/>
          <p:nvPr>
            <p:ph idx="1" type="subTitle"/>
          </p:nvPr>
        </p:nvSpPr>
        <p:spPr>
          <a:xfrm>
            <a:off x="293700" y="295600"/>
            <a:ext cx="772500" cy="161400"/>
          </a:xfrm>
          <a:prstGeom prst="rect">
            <a:avLst/>
          </a:prstGeom>
        </p:spPr>
        <p:txBody>
          <a:bodyPr anchorCtr="0" anchor="t" bIns="0" lIns="0" spcFirstLastPara="1" rIns="0" wrap="square" tIns="0">
            <a:noAutofit/>
          </a:bodyPr>
          <a:lstStyle>
            <a:lvl1pPr lvl="0" algn="ctr">
              <a:spcBef>
                <a:spcPts val="0"/>
              </a:spcBef>
              <a:spcAft>
                <a:spcPts val="0"/>
              </a:spcAft>
              <a:buClr>
                <a:schemeClr val="accent4"/>
              </a:buClr>
              <a:buSzPts val="1000"/>
              <a:buNone/>
              <a:defRPr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1" name="Google Shape;171;p23"/>
          <p:cNvSpPr txBox="1"/>
          <p:nvPr>
            <p:ph idx="2" type="subTitle"/>
          </p:nvPr>
        </p:nvSpPr>
        <p:spPr>
          <a:xfrm>
            <a:off x="4810050" y="4624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2" name="Google Shape;172;p23"/>
          <p:cNvSpPr txBox="1"/>
          <p:nvPr>
            <p:ph idx="3" type="subTitle"/>
          </p:nvPr>
        </p:nvSpPr>
        <p:spPr>
          <a:xfrm>
            <a:off x="4810050" y="140697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3" name="Google Shape;173;p23"/>
          <p:cNvSpPr txBox="1"/>
          <p:nvPr>
            <p:ph idx="4" type="subTitle"/>
          </p:nvPr>
        </p:nvSpPr>
        <p:spPr>
          <a:xfrm>
            <a:off x="4810050" y="235155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4" name="Google Shape;174;p23"/>
          <p:cNvSpPr txBox="1"/>
          <p:nvPr>
            <p:ph idx="5" type="subTitle"/>
          </p:nvPr>
        </p:nvSpPr>
        <p:spPr>
          <a:xfrm>
            <a:off x="4810050" y="329612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5" name="Google Shape;175;p23"/>
          <p:cNvSpPr txBox="1"/>
          <p:nvPr>
            <p:ph idx="6" type="subTitle"/>
          </p:nvPr>
        </p:nvSpPr>
        <p:spPr>
          <a:xfrm>
            <a:off x="4810050" y="42407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6" name="Google Shape;176;p23"/>
          <p:cNvSpPr txBox="1"/>
          <p:nvPr>
            <p:ph type="title"/>
          </p:nvPr>
        </p:nvSpPr>
        <p:spPr>
          <a:xfrm>
            <a:off x="228600" y="1001425"/>
            <a:ext cx="3912900" cy="24870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3000"/>
              <a:buNone/>
              <a:defRPr sz="3000">
                <a:solidFill>
                  <a:schemeClr val="lt2"/>
                </a:solidFill>
              </a:defRPr>
            </a:lvl1pPr>
            <a:lvl2pPr lvl="1">
              <a:spcBef>
                <a:spcPts val="0"/>
              </a:spcBef>
              <a:spcAft>
                <a:spcPts val="0"/>
              </a:spcAft>
              <a:buClr>
                <a:schemeClr val="lt2"/>
              </a:buClr>
              <a:buSzPts val="3000"/>
              <a:buNone/>
              <a:defRPr sz="3000">
                <a:solidFill>
                  <a:schemeClr val="lt2"/>
                </a:solidFill>
              </a:defRPr>
            </a:lvl2pPr>
            <a:lvl3pPr lvl="2">
              <a:spcBef>
                <a:spcPts val="0"/>
              </a:spcBef>
              <a:spcAft>
                <a:spcPts val="0"/>
              </a:spcAft>
              <a:buClr>
                <a:schemeClr val="lt2"/>
              </a:buClr>
              <a:buSzPts val="3000"/>
              <a:buNone/>
              <a:defRPr sz="3000">
                <a:solidFill>
                  <a:schemeClr val="lt2"/>
                </a:solidFill>
              </a:defRPr>
            </a:lvl3pPr>
            <a:lvl4pPr lvl="3">
              <a:spcBef>
                <a:spcPts val="0"/>
              </a:spcBef>
              <a:spcAft>
                <a:spcPts val="0"/>
              </a:spcAft>
              <a:buClr>
                <a:schemeClr val="lt2"/>
              </a:buClr>
              <a:buSzPts val="3000"/>
              <a:buNone/>
              <a:defRPr sz="3000">
                <a:solidFill>
                  <a:schemeClr val="lt2"/>
                </a:solidFill>
              </a:defRPr>
            </a:lvl4pPr>
            <a:lvl5pPr lvl="4">
              <a:spcBef>
                <a:spcPts val="0"/>
              </a:spcBef>
              <a:spcAft>
                <a:spcPts val="0"/>
              </a:spcAft>
              <a:buClr>
                <a:schemeClr val="lt2"/>
              </a:buClr>
              <a:buSzPts val="3000"/>
              <a:buNone/>
              <a:defRPr sz="3000">
                <a:solidFill>
                  <a:schemeClr val="lt2"/>
                </a:solidFill>
              </a:defRPr>
            </a:lvl5pPr>
            <a:lvl6pPr lvl="5">
              <a:spcBef>
                <a:spcPts val="0"/>
              </a:spcBef>
              <a:spcAft>
                <a:spcPts val="0"/>
              </a:spcAft>
              <a:buClr>
                <a:schemeClr val="lt2"/>
              </a:buClr>
              <a:buSzPts val="3000"/>
              <a:buNone/>
              <a:defRPr sz="3000">
                <a:solidFill>
                  <a:schemeClr val="lt2"/>
                </a:solidFill>
              </a:defRPr>
            </a:lvl6pPr>
            <a:lvl7pPr lvl="6">
              <a:spcBef>
                <a:spcPts val="0"/>
              </a:spcBef>
              <a:spcAft>
                <a:spcPts val="0"/>
              </a:spcAft>
              <a:buClr>
                <a:schemeClr val="lt2"/>
              </a:buClr>
              <a:buSzPts val="3000"/>
              <a:buNone/>
              <a:defRPr sz="3000">
                <a:solidFill>
                  <a:schemeClr val="lt2"/>
                </a:solidFill>
              </a:defRPr>
            </a:lvl7pPr>
            <a:lvl8pPr lvl="7">
              <a:spcBef>
                <a:spcPts val="0"/>
              </a:spcBef>
              <a:spcAft>
                <a:spcPts val="0"/>
              </a:spcAft>
              <a:buClr>
                <a:schemeClr val="lt2"/>
              </a:buClr>
              <a:buSzPts val="3000"/>
              <a:buNone/>
              <a:defRPr sz="3000">
                <a:solidFill>
                  <a:schemeClr val="lt2"/>
                </a:solidFill>
              </a:defRPr>
            </a:lvl8pPr>
            <a:lvl9pPr lvl="8">
              <a:spcBef>
                <a:spcPts val="0"/>
              </a:spcBef>
              <a:spcAft>
                <a:spcPts val="0"/>
              </a:spcAft>
              <a:buClr>
                <a:schemeClr val="lt2"/>
              </a:buClr>
              <a:buSzPts val="3000"/>
              <a:buNone/>
              <a:defRPr sz="3000">
                <a:solidFill>
                  <a:schemeClr val="lt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
  <p:cSld name="CUSTOM_1">
    <p:spTree>
      <p:nvGrpSpPr>
        <p:cNvPr id="177" name="Shape 177"/>
        <p:cNvGrpSpPr/>
        <p:nvPr/>
      </p:nvGrpSpPr>
      <p:grpSpPr>
        <a:xfrm>
          <a:off x="0" y="0"/>
          <a:ext cx="0" cy="0"/>
          <a:chOff x="0" y="0"/>
          <a:chExt cx="0" cy="0"/>
        </a:xfrm>
      </p:grpSpPr>
      <p:sp>
        <p:nvSpPr>
          <p:cNvPr id="178" name="Google Shape;178;p24"/>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179" name="Google Shape;179;p24"/>
          <p:cNvSpPr/>
          <p:nvPr>
            <p:ph idx="2" type="pic"/>
          </p:nvPr>
        </p:nvSpPr>
        <p:spPr>
          <a:xfrm>
            <a:off x="230700" y="911875"/>
            <a:ext cx="1751400" cy="2634000"/>
          </a:xfrm>
          <a:prstGeom prst="round2SameRect">
            <a:avLst>
              <a:gd fmla="val 12650" name="adj1"/>
              <a:gd fmla="val 0" name="adj2"/>
            </a:avLst>
          </a:prstGeom>
          <a:noFill/>
          <a:ln>
            <a:noFill/>
          </a:ln>
        </p:spPr>
      </p:sp>
      <p:sp>
        <p:nvSpPr>
          <p:cNvPr id="180" name="Google Shape;180;p24"/>
          <p:cNvSpPr txBox="1"/>
          <p:nvPr>
            <p:ph idx="1" type="subTitle"/>
          </p:nvPr>
        </p:nvSpPr>
        <p:spPr>
          <a:xfrm>
            <a:off x="314750" y="36774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81" name="Google Shape;181;p24"/>
          <p:cNvSpPr/>
          <p:nvPr>
            <p:ph idx="3" type="pic"/>
          </p:nvPr>
        </p:nvSpPr>
        <p:spPr>
          <a:xfrm>
            <a:off x="2867100" y="480475"/>
            <a:ext cx="1746300" cy="1337400"/>
          </a:xfrm>
          <a:prstGeom prst="round2SameRect">
            <a:avLst>
              <a:gd fmla="val 11765" name="adj1"/>
              <a:gd fmla="val 0" name="adj2"/>
            </a:avLst>
          </a:prstGeom>
          <a:noFill/>
          <a:ln>
            <a:noFill/>
          </a:ln>
        </p:spPr>
      </p:sp>
      <p:sp>
        <p:nvSpPr>
          <p:cNvPr id="182" name="Google Shape;182;p24"/>
          <p:cNvSpPr/>
          <p:nvPr>
            <p:ph idx="4" type="pic"/>
          </p:nvPr>
        </p:nvSpPr>
        <p:spPr>
          <a:xfrm>
            <a:off x="2867100" y="2804388"/>
            <a:ext cx="1746300" cy="1337400"/>
          </a:xfrm>
          <a:prstGeom prst="round2SameRect">
            <a:avLst>
              <a:gd fmla="val 11765" name="adj1"/>
              <a:gd fmla="val 0" name="adj2"/>
            </a:avLst>
          </a:prstGeom>
          <a:noFill/>
          <a:ln>
            <a:noFill/>
          </a:ln>
        </p:spPr>
      </p:sp>
      <p:sp>
        <p:nvSpPr>
          <p:cNvPr id="183" name="Google Shape;183;p24"/>
          <p:cNvSpPr/>
          <p:nvPr>
            <p:ph idx="5" type="pic"/>
          </p:nvPr>
        </p:nvSpPr>
        <p:spPr>
          <a:xfrm rot="-5400000">
            <a:off x="5934450" y="-27825"/>
            <a:ext cx="1344300" cy="2202000"/>
          </a:xfrm>
          <a:prstGeom prst="round2SameRect">
            <a:avLst>
              <a:gd fmla="val 9438" name="adj1"/>
              <a:gd fmla="val 0" name="adj2"/>
            </a:avLst>
          </a:prstGeom>
          <a:noFill/>
          <a:ln>
            <a:noFill/>
          </a:ln>
        </p:spPr>
      </p:sp>
      <p:sp>
        <p:nvSpPr>
          <p:cNvPr id="184" name="Google Shape;184;p24"/>
          <p:cNvSpPr/>
          <p:nvPr>
            <p:ph idx="6" type="pic"/>
          </p:nvPr>
        </p:nvSpPr>
        <p:spPr>
          <a:xfrm rot="-5400000">
            <a:off x="5934450" y="1470950"/>
            <a:ext cx="1344300" cy="2202000"/>
          </a:xfrm>
          <a:prstGeom prst="round2SameRect">
            <a:avLst>
              <a:gd fmla="val 9438" name="adj1"/>
              <a:gd fmla="val 0" name="adj2"/>
            </a:avLst>
          </a:prstGeom>
          <a:noFill/>
          <a:ln>
            <a:noFill/>
          </a:ln>
        </p:spPr>
      </p:sp>
      <p:sp>
        <p:nvSpPr>
          <p:cNvPr id="185" name="Google Shape;185;p24"/>
          <p:cNvSpPr/>
          <p:nvPr>
            <p:ph idx="7" type="pic"/>
          </p:nvPr>
        </p:nvSpPr>
        <p:spPr>
          <a:xfrm rot="-5400000">
            <a:off x="5934450" y="2969725"/>
            <a:ext cx="1344300" cy="2202000"/>
          </a:xfrm>
          <a:prstGeom prst="round2SameRect">
            <a:avLst>
              <a:gd fmla="val 9438" name="adj1"/>
              <a:gd fmla="val 0" name="adj2"/>
            </a:avLst>
          </a:prstGeom>
          <a:noFill/>
          <a:ln>
            <a:noFill/>
          </a:ln>
        </p:spPr>
      </p:sp>
      <p:sp>
        <p:nvSpPr>
          <p:cNvPr id="186" name="Google Shape;186;p24"/>
          <p:cNvSpPr txBox="1"/>
          <p:nvPr>
            <p:ph idx="8" type="subTitle"/>
          </p:nvPr>
        </p:nvSpPr>
        <p:spPr>
          <a:xfrm>
            <a:off x="2961150" y="1899800"/>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87" name="Google Shape;187;p24"/>
          <p:cNvSpPr txBox="1"/>
          <p:nvPr>
            <p:ph idx="9" type="subTitle"/>
          </p:nvPr>
        </p:nvSpPr>
        <p:spPr>
          <a:xfrm>
            <a:off x="2961150" y="42520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88" name="Google Shape;188;p24"/>
          <p:cNvSpPr txBox="1"/>
          <p:nvPr>
            <p:ph idx="13" type="subTitle"/>
          </p:nvPr>
        </p:nvSpPr>
        <p:spPr>
          <a:xfrm>
            <a:off x="7827000" y="5227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189" name="Google Shape;189;p24"/>
          <p:cNvSpPr txBox="1"/>
          <p:nvPr>
            <p:ph idx="14" type="subTitle"/>
          </p:nvPr>
        </p:nvSpPr>
        <p:spPr>
          <a:xfrm>
            <a:off x="7827000" y="203675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190" name="Google Shape;190;p24"/>
          <p:cNvSpPr txBox="1"/>
          <p:nvPr>
            <p:ph idx="15" type="subTitle"/>
          </p:nvPr>
        </p:nvSpPr>
        <p:spPr>
          <a:xfrm>
            <a:off x="7827000" y="35508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ALT 1">
  <p:cSld name="CUSTOM_2">
    <p:spTree>
      <p:nvGrpSpPr>
        <p:cNvPr id="191" name="Shape 191"/>
        <p:cNvGrpSpPr/>
        <p:nvPr/>
      </p:nvGrpSpPr>
      <p:grpSpPr>
        <a:xfrm>
          <a:off x="0" y="0"/>
          <a:ext cx="0" cy="0"/>
          <a:chOff x="0" y="0"/>
          <a:chExt cx="0" cy="0"/>
        </a:xfrm>
      </p:grpSpPr>
      <p:sp>
        <p:nvSpPr>
          <p:cNvPr id="192" name="Google Shape;192;p25"/>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193" name="Google Shape;193;p25"/>
          <p:cNvSpPr txBox="1"/>
          <p:nvPr>
            <p:ph idx="1" type="body"/>
          </p:nvPr>
        </p:nvSpPr>
        <p:spPr>
          <a:xfrm>
            <a:off x="347850" y="188845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94" name="Google Shape;194;p25"/>
          <p:cNvSpPr txBox="1"/>
          <p:nvPr>
            <p:ph idx="2" type="body"/>
          </p:nvPr>
        </p:nvSpPr>
        <p:spPr>
          <a:xfrm>
            <a:off x="6079400" y="4058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5" name="Google Shape;195;p25"/>
          <p:cNvSpPr txBox="1"/>
          <p:nvPr>
            <p:ph idx="3" type="body"/>
          </p:nvPr>
        </p:nvSpPr>
        <p:spPr>
          <a:xfrm>
            <a:off x="6079400" y="1606817"/>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6" name="Google Shape;196;p25"/>
          <p:cNvSpPr txBox="1"/>
          <p:nvPr>
            <p:ph idx="4" type="body"/>
          </p:nvPr>
        </p:nvSpPr>
        <p:spPr>
          <a:xfrm>
            <a:off x="6079400" y="2807783"/>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7" name="Google Shape;197;p25"/>
          <p:cNvSpPr txBox="1"/>
          <p:nvPr>
            <p:ph idx="5" type="body"/>
          </p:nvPr>
        </p:nvSpPr>
        <p:spPr>
          <a:xfrm>
            <a:off x="6079400" y="40087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8" name="Google Shape;198;p25"/>
          <p:cNvSpPr txBox="1"/>
          <p:nvPr>
            <p:ph idx="6" type="body"/>
          </p:nvPr>
        </p:nvSpPr>
        <p:spPr>
          <a:xfrm>
            <a:off x="3213625" y="662625"/>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9" name="Google Shape;199;p25"/>
          <p:cNvSpPr txBox="1"/>
          <p:nvPr>
            <p:ph idx="7" type="body"/>
          </p:nvPr>
        </p:nvSpPr>
        <p:spPr>
          <a:xfrm>
            <a:off x="3213625" y="305630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00" name="Shape 200"/>
        <p:cNvGrpSpPr/>
        <p:nvPr/>
      </p:nvGrpSpPr>
      <p:grpSpPr>
        <a:xfrm>
          <a:off x="0" y="0"/>
          <a:ext cx="0" cy="0"/>
          <a:chOff x="0" y="0"/>
          <a:chExt cx="0" cy="0"/>
        </a:xfrm>
      </p:grpSpPr>
      <p:sp>
        <p:nvSpPr>
          <p:cNvPr id="201" name="Google Shape;201;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02" name="Shape 202"/>
        <p:cNvGrpSpPr/>
        <p:nvPr/>
      </p:nvGrpSpPr>
      <p:grpSpPr>
        <a:xfrm>
          <a:off x="0" y="0"/>
          <a:ext cx="0" cy="0"/>
          <a:chOff x="0" y="0"/>
          <a:chExt cx="0" cy="0"/>
        </a:xfrm>
      </p:grpSpPr>
      <p:sp>
        <p:nvSpPr>
          <p:cNvPr id="203" name="Google Shape;20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05" name="Shape 205"/>
        <p:cNvGrpSpPr/>
        <p:nvPr/>
      </p:nvGrpSpPr>
      <p:grpSpPr>
        <a:xfrm>
          <a:off x="0" y="0"/>
          <a:ext cx="0" cy="0"/>
          <a:chOff x="0" y="0"/>
          <a:chExt cx="0" cy="0"/>
        </a:xfrm>
      </p:grpSpPr>
      <p:sp>
        <p:nvSpPr>
          <p:cNvPr id="206" name="Google Shape;20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8" name="Google Shape;208;p2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09" name="Shape 209"/>
        <p:cNvGrpSpPr/>
        <p:nvPr/>
      </p:nvGrpSpPr>
      <p:grpSpPr>
        <a:xfrm>
          <a:off x="0" y="0"/>
          <a:ext cx="0" cy="0"/>
          <a:chOff x="0" y="0"/>
          <a:chExt cx="0" cy="0"/>
        </a:xfrm>
      </p:grpSpPr>
      <p:sp>
        <p:nvSpPr>
          <p:cNvPr id="210" name="Google Shape;21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1" name="Shape 211"/>
        <p:cNvGrpSpPr/>
        <p:nvPr/>
      </p:nvGrpSpPr>
      <p:grpSpPr>
        <a:xfrm>
          <a:off x="0" y="0"/>
          <a:ext cx="0" cy="0"/>
          <a:chOff x="0" y="0"/>
          <a:chExt cx="0" cy="0"/>
        </a:xfrm>
      </p:grpSpPr>
      <p:sp>
        <p:nvSpPr>
          <p:cNvPr id="212" name="Google Shape;212;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13" name="Google Shape;213;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14" name="Shape 214"/>
        <p:cNvGrpSpPr/>
        <p:nvPr/>
      </p:nvGrpSpPr>
      <p:grpSpPr>
        <a:xfrm>
          <a:off x="0" y="0"/>
          <a:ext cx="0" cy="0"/>
          <a:chOff x="0" y="0"/>
          <a:chExt cx="0" cy="0"/>
        </a:xfrm>
      </p:grpSpPr>
      <p:sp>
        <p:nvSpPr>
          <p:cNvPr id="215" name="Google Shape;215;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16" name="Shape 216"/>
        <p:cNvGrpSpPr/>
        <p:nvPr/>
      </p:nvGrpSpPr>
      <p:grpSpPr>
        <a:xfrm>
          <a:off x="0" y="0"/>
          <a:ext cx="0" cy="0"/>
          <a:chOff x="0" y="0"/>
          <a:chExt cx="0" cy="0"/>
        </a:xfrm>
      </p:grpSpPr>
      <p:sp>
        <p:nvSpPr>
          <p:cNvPr id="217" name="Google Shape;217;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18" name="Google Shape;218;p3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19" name="Google Shape;219;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20" name="Shape 220"/>
        <p:cNvGrpSpPr/>
        <p:nvPr/>
      </p:nvGrpSpPr>
      <p:grpSpPr>
        <a:xfrm>
          <a:off x="0" y="0"/>
          <a:ext cx="0" cy="0"/>
          <a:chOff x="0" y="0"/>
          <a:chExt cx="0" cy="0"/>
        </a:xfrm>
      </p:grpSpPr>
      <p:sp>
        <p:nvSpPr>
          <p:cNvPr id="221" name="Google Shape;221;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22" name="Shape 222"/>
        <p:cNvGrpSpPr/>
        <p:nvPr/>
      </p:nvGrpSpPr>
      <p:grpSpPr>
        <a:xfrm>
          <a:off x="0" y="0"/>
          <a:ext cx="0" cy="0"/>
          <a:chOff x="0" y="0"/>
          <a:chExt cx="0" cy="0"/>
        </a:xfrm>
      </p:grpSpPr>
      <p:sp>
        <p:nvSpPr>
          <p:cNvPr id="223" name="Google Shape;223;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24" name="Google Shape;224;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25" name="Shape 225"/>
        <p:cNvGrpSpPr/>
        <p:nvPr/>
      </p:nvGrpSpPr>
      <p:grpSpPr>
        <a:xfrm>
          <a:off x="0" y="0"/>
          <a:ext cx="0" cy="0"/>
          <a:chOff x="0" y="0"/>
          <a:chExt cx="0" cy="0"/>
        </a:xfrm>
      </p:grpSpPr>
      <p:sp>
        <p:nvSpPr>
          <p:cNvPr id="226" name="Google Shape;226;p3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8" name="Google Shape;228;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9" name="Google Shape;229;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0" name="Google Shape;230;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1" name="Google Shape;231;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2" name="Google Shape;232;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33" name="Shape 233"/>
        <p:cNvGrpSpPr/>
        <p:nvPr/>
      </p:nvGrpSpPr>
      <p:grpSpPr>
        <a:xfrm>
          <a:off x="0" y="0"/>
          <a:ext cx="0" cy="0"/>
          <a:chOff x="0" y="0"/>
          <a:chExt cx="0" cy="0"/>
        </a:xfrm>
      </p:grpSpPr>
      <p:sp>
        <p:nvSpPr>
          <p:cNvPr id="234" name="Google Shape;234;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3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6" name="Google Shape;236;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37" name="Shape 237"/>
        <p:cNvGrpSpPr/>
        <p:nvPr/>
      </p:nvGrpSpPr>
      <p:grpSpPr>
        <a:xfrm>
          <a:off x="0" y="0"/>
          <a:ext cx="0" cy="0"/>
          <a:chOff x="0" y="0"/>
          <a:chExt cx="0" cy="0"/>
        </a:xfrm>
      </p:grpSpPr>
      <p:sp>
        <p:nvSpPr>
          <p:cNvPr id="238" name="Google Shape;238;p3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9" name="Google Shape;239;p3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0" name="Google Shape;240;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1" name="Google Shape;241;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2" name="Google Shape;242;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43" name="Shape 243"/>
        <p:cNvGrpSpPr/>
        <p:nvPr/>
      </p:nvGrpSpPr>
      <p:grpSpPr>
        <a:xfrm>
          <a:off x="0" y="0"/>
          <a:ext cx="0" cy="0"/>
          <a:chOff x="0" y="0"/>
          <a:chExt cx="0" cy="0"/>
        </a:xfrm>
      </p:grpSpPr>
      <p:sp>
        <p:nvSpPr>
          <p:cNvPr id="244" name="Google Shape;244;p3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5" name="Google Shape;245;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6" name="Google Shape;246;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7" name="Google Shape;247;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8" name="Google Shape;248;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9" name="Google Shape;249;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0" name="Google Shape;250;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51" name="Shape 251"/>
        <p:cNvGrpSpPr/>
        <p:nvPr/>
      </p:nvGrpSpPr>
      <p:grpSpPr>
        <a:xfrm>
          <a:off x="0" y="0"/>
          <a:ext cx="0" cy="0"/>
          <a:chOff x="0" y="0"/>
          <a:chExt cx="0" cy="0"/>
        </a:xfrm>
      </p:grpSpPr>
      <p:sp>
        <p:nvSpPr>
          <p:cNvPr id="252" name="Google Shape;252;p3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3" name="Google Shape;253;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4" name="Google Shape;254;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5" name="Google Shape;255;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6" name="Google Shape;256;p3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57" name="Google Shape;257;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8" name="Google Shape;258;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9" name="Google Shape;259;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0" name="Google Shape;260;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61" name="Shape 261"/>
        <p:cNvGrpSpPr/>
        <p:nvPr/>
      </p:nvGrpSpPr>
      <p:grpSpPr>
        <a:xfrm>
          <a:off x="0" y="0"/>
          <a:ext cx="0" cy="0"/>
          <a:chOff x="0" y="0"/>
          <a:chExt cx="0" cy="0"/>
        </a:xfrm>
      </p:grpSpPr>
      <p:sp>
        <p:nvSpPr>
          <p:cNvPr id="262" name="Google Shape;26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64" name="Shape 264"/>
        <p:cNvGrpSpPr/>
        <p:nvPr/>
      </p:nvGrpSpPr>
      <p:grpSpPr>
        <a:xfrm>
          <a:off x="0" y="0"/>
          <a:ext cx="0" cy="0"/>
          <a:chOff x="0" y="0"/>
          <a:chExt cx="0" cy="0"/>
        </a:xfrm>
      </p:grpSpPr>
      <p:sp>
        <p:nvSpPr>
          <p:cNvPr id="265" name="Google Shape;265;p4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6" name="Google Shape;266;p41"/>
          <p:cNvSpPr/>
          <p:nvPr>
            <p:ph idx="2" type="pic"/>
          </p:nvPr>
        </p:nvSpPr>
        <p:spPr>
          <a:xfrm>
            <a:off x="4804825" y="1133300"/>
            <a:ext cx="4027500" cy="2392800"/>
          </a:xfrm>
          <a:prstGeom prst="rect">
            <a:avLst/>
          </a:prstGeom>
          <a:noFill/>
          <a:ln>
            <a:noFill/>
          </a:ln>
        </p:spPr>
      </p:sp>
      <p:sp>
        <p:nvSpPr>
          <p:cNvPr id="267" name="Google Shape;267;p41"/>
          <p:cNvSpPr/>
          <p:nvPr>
            <p:ph idx="3" type="pic"/>
          </p:nvPr>
        </p:nvSpPr>
        <p:spPr>
          <a:xfrm>
            <a:off x="311725" y="1133300"/>
            <a:ext cx="4027500" cy="2392800"/>
          </a:xfrm>
          <a:prstGeom prst="rect">
            <a:avLst/>
          </a:prstGeom>
          <a:noFill/>
          <a:ln>
            <a:noFill/>
          </a:ln>
        </p:spPr>
      </p:sp>
      <p:sp>
        <p:nvSpPr>
          <p:cNvPr id="268" name="Google Shape;268;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9" name="Google Shape;269;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1" name="Google Shape;271;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72" name="Shape 272"/>
        <p:cNvGrpSpPr/>
        <p:nvPr/>
      </p:nvGrpSpPr>
      <p:grpSpPr>
        <a:xfrm>
          <a:off x="0" y="0"/>
          <a:ext cx="0" cy="0"/>
          <a:chOff x="0" y="0"/>
          <a:chExt cx="0" cy="0"/>
        </a:xfrm>
      </p:grpSpPr>
      <p:sp>
        <p:nvSpPr>
          <p:cNvPr id="273" name="Google Shape;273;p4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4" name="Google Shape;274;p42"/>
          <p:cNvSpPr/>
          <p:nvPr>
            <p:ph idx="2" type="pic"/>
          </p:nvPr>
        </p:nvSpPr>
        <p:spPr>
          <a:xfrm>
            <a:off x="6205225" y="1128325"/>
            <a:ext cx="2627100" cy="2273100"/>
          </a:xfrm>
          <a:prstGeom prst="rect">
            <a:avLst/>
          </a:prstGeom>
          <a:noFill/>
          <a:ln>
            <a:noFill/>
          </a:ln>
        </p:spPr>
      </p:sp>
      <p:sp>
        <p:nvSpPr>
          <p:cNvPr id="275" name="Google Shape;275;p42"/>
          <p:cNvSpPr/>
          <p:nvPr>
            <p:ph idx="3" type="pic"/>
          </p:nvPr>
        </p:nvSpPr>
        <p:spPr>
          <a:xfrm>
            <a:off x="311725" y="1128325"/>
            <a:ext cx="2627100" cy="2273100"/>
          </a:xfrm>
          <a:prstGeom prst="rect">
            <a:avLst/>
          </a:prstGeom>
          <a:noFill/>
          <a:ln>
            <a:noFill/>
          </a:ln>
        </p:spPr>
      </p:sp>
      <p:sp>
        <p:nvSpPr>
          <p:cNvPr id="276" name="Google Shape;276;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7" name="Google Shape;277;p42"/>
          <p:cNvSpPr/>
          <p:nvPr>
            <p:ph idx="5" type="pic"/>
          </p:nvPr>
        </p:nvSpPr>
        <p:spPr>
          <a:xfrm>
            <a:off x="3255250" y="1128325"/>
            <a:ext cx="2627100" cy="2273100"/>
          </a:xfrm>
          <a:prstGeom prst="rect">
            <a:avLst/>
          </a:prstGeom>
          <a:noFill/>
          <a:ln>
            <a:noFill/>
          </a:ln>
        </p:spPr>
      </p:sp>
      <p:sp>
        <p:nvSpPr>
          <p:cNvPr id="278" name="Google Shape;278;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9" name="Google Shape;279;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1" name="Google Shape;281;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2" name="Google Shape;282;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283" name="Shape 283"/>
        <p:cNvGrpSpPr/>
        <p:nvPr/>
      </p:nvGrpSpPr>
      <p:grpSpPr>
        <a:xfrm>
          <a:off x="0" y="0"/>
          <a:ext cx="0" cy="0"/>
          <a:chOff x="0" y="0"/>
          <a:chExt cx="0" cy="0"/>
        </a:xfrm>
      </p:grpSpPr>
      <p:sp>
        <p:nvSpPr>
          <p:cNvPr id="284" name="Google Shape;284;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285" name="Shape 285"/>
        <p:cNvGrpSpPr/>
        <p:nvPr/>
      </p:nvGrpSpPr>
      <p:grpSpPr>
        <a:xfrm>
          <a:off x="0" y="0"/>
          <a:ext cx="0" cy="0"/>
          <a:chOff x="0" y="0"/>
          <a:chExt cx="0" cy="0"/>
        </a:xfrm>
      </p:grpSpPr>
      <p:sp>
        <p:nvSpPr>
          <p:cNvPr id="286" name="Google Shape;286;p44"/>
          <p:cNvSpPr/>
          <p:nvPr>
            <p:ph idx="2" type="pic"/>
          </p:nvPr>
        </p:nvSpPr>
        <p:spPr>
          <a:xfrm>
            <a:off x="3389600" y="118913"/>
            <a:ext cx="1643700" cy="1535100"/>
          </a:xfrm>
          <a:prstGeom prst="rect">
            <a:avLst/>
          </a:prstGeom>
          <a:noFill/>
          <a:ln>
            <a:noFill/>
          </a:ln>
        </p:spPr>
      </p:sp>
      <p:sp>
        <p:nvSpPr>
          <p:cNvPr id="287" name="Google Shape;287;p44"/>
          <p:cNvSpPr/>
          <p:nvPr>
            <p:ph idx="3" type="pic"/>
          </p:nvPr>
        </p:nvSpPr>
        <p:spPr>
          <a:xfrm>
            <a:off x="5195935" y="118913"/>
            <a:ext cx="1643700" cy="1535100"/>
          </a:xfrm>
          <a:prstGeom prst="rect">
            <a:avLst/>
          </a:prstGeom>
          <a:noFill/>
          <a:ln>
            <a:noFill/>
          </a:ln>
        </p:spPr>
      </p:sp>
      <p:sp>
        <p:nvSpPr>
          <p:cNvPr id="288" name="Google Shape;288;p44"/>
          <p:cNvSpPr/>
          <p:nvPr>
            <p:ph idx="4" type="pic"/>
          </p:nvPr>
        </p:nvSpPr>
        <p:spPr>
          <a:xfrm>
            <a:off x="7002270" y="118913"/>
            <a:ext cx="1643700" cy="1535100"/>
          </a:xfrm>
          <a:prstGeom prst="rect">
            <a:avLst/>
          </a:prstGeom>
          <a:noFill/>
          <a:ln>
            <a:noFill/>
          </a:ln>
        </p:spPr>
      </p:sp>
      <p:sp>
        <p:nvSpPr>
          <p:cNvPr id="289" name="Google Shape;289;p44"/>
          <p:cNvSpPr/>
          <p:nvPr>
            <p:ph idx="5" type="pic"/>
          </p:nvPr>
        </p:nvSpPr>
        <p:spPr>
          <a:xfrm>
            <a:off x="3389588" y="1804212"/>
            <a:ext cx="1643700" cy="1535100"/>
          </a:xfrm>
          <a:prstGeom prst="rect">
            <a:avLst/>
          </a:prstGeom>
          <a:noFill/>
          <a:ln>
            <a:noFill/>
          </a:ln>
        </p:spPr>
      </p:sp>
      <p:sp>
        <p:nvSpPr>
          <p:cNvPr id="290" name="Google Shape;290;p44"/>
          <p:cNvSpPr/>
          <p:nvPr>
            <p:ph idx="6" type="pic"/>
          </p:nvPr>
        </p:nvSpPr>
        <p:spPr>
          <a:xfrm>
            <a:off x="5195922" y="1804212"/>
            <a:ext cx="1643700" cy="1535100"/>
          </a:xfrm>
          <a:prstGeom prst="rect">
            <a:avLst/>
          </a:prstGeom>
          <a:noFill/>
          <a:ln>
            <a:noFill/>
          </a:ln>
        </p:spPr>
      </p:sp>
      <p:sp>
        <p:nvSpPr>
          <p:cNvPr id="291" name="Google Shape;291;p44"/>
          <p:cNvSpPr/>
          <p:nvPr>
            <p:ph idx="7" type="pic"/>
          </p:nvPr>
        </p:nvSpPr>
        <p:spPr>
          <a:xfrm>
            <a:off x="7002257" y="1804212"/>
            <a:ext cx="1643700" cy="1535100"/>
          </a:xfrm>
          <a:prstGeom prst="rect">
            <a:avLst/>
          </a:prstGeom>
          <a:noFill/>
          <a:ln>
            <a:noFill/>
          </a:ln>
        </p:spPr>
      </p:sp>
      <p:sp>
        <p:nvSpPr>
          <p:cNvPr id="292" name="Google Shape;292;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44"/>
          <p:cNvSpPr/>
          <p:nvPr>
            <p:ph idx="8" type="pic"/>
          </p:nvPr>
        </p:nvSpPr>
        <p:spPr>
          <a:xfrm>
            <a:off x="3389588" y="3489487"/>
            <a:ext cx="1643700" cy="1535100"/>
          </a:xfrm>
          <a:prstGeom prst="rect">
            <a:avLst/>
          </a:prstGeom>
          <a:noFill/>
          <a:ln>
            <a:noFill/>
          </a:ln>
        </p:spPr>
      </p:sp>
      <p:sp>
        <p:nvSpPr>
          <p:cNvPr id="294" name="Google Shape;294;p44"/>
          <p:cNvSpPr/>
          <p:nvPr>
            <p:ph idx="9" type="pic"/>
          </p:nvPr>
        </p:nvSpPr>
        <p:spPr>
          <a:xfrm>
            <a:off x="5195922" y="3489487"/>
            <a:ext cx="1643700" cy="1535100"/>
          </a:xfrm>
          <a:prstGeom prst="rect">
            <a:avLst/>
          </a:prstGeom>
          <a:noFill/>
          <a:ln>
            <a:noFill/>
          </a:ln>
        </p:spPr>
      </p:sp>
      <p:sp>
        <p:nvSpPr>
          <p:cNvPr id="295" name="Google Shape;295;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300" name="Shape 300"/>
        <p:cNvGrpSpPr/>
        <p:nvPr/>
      </p:nvGrpSpPr>
      <p:grpSpPr>
        <a:xfrm>
          <a:off x="0" y="0"/>
          <a:ext cx="0" cy="0"/>
          <a:chOff x="0" y="0"/>
          <a:chExt cx="0" cy="0"/>
        </a:xfrm>
      </p:grpSpPr>
      <p:sp>
        <p:nvSpPr>
          <p:cNvPr id="301" name="Google Shape;301;p46"/>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02" name="Google Shape;302;p46"/>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3" name="Google Shape;303;p46"/>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04" name="Google Shape;304;p46"/>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05" name="Google Shape;305;p46"/>
          <p:cNvGrpSpPr/>
          <p:nvPr/>
        </p:nvGrpSpPr>
        <p:grpSpPr>
          <a:xfrm flipH="1" rot="10800000">
            <a:off x="4395238" y="-11"/>
            <a:ext cx="4748757" cy="2797859"/>
            <a:chOff x="3200875" y="1642950"/>
            <a:chExt cx="5970275" cy="3517550"/>
          </a:xfrm>
        </p:grpSpPr>
        <p:sp>
          <p:nvSpPr>
            <p:cNvPr id="306" name="Google Shape;306;p46"/>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307" name="Google Shape;307;p46"/>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308" name="Google Shape;308;p46"/>
          <p:cNvGrpSpPr/>
          <p:nvPr/>
        </p:nvGrpSpPr>
        <p:grpSpPr>
          <a:xfrm flipH="1">
            <a:off x="6309311" y="2793726"/>
            <a:ext cx="2834695" cy="1890116"/>
            <a:chOff x="312900" y="2793625"/>
            <a:chExt cx="2221200" cy="1481050"/>
          </a:xfrm>
        </p:grpSpPr>
        <p:grpSp>
          <p:nvGrpSpPr>
            <p:cNvPr id="309" name="Google Shape;309;p46"/>
            <p:cNvGrpSpPr/>
            <p:nvPr/>
          </p:nvGrpSpPr>
          <p:grpSpPr>
            <a:xfrm>
              <a:off x="312900" y="2793625"/>
              <a:ext cx="1851000" cy="1481050"/>
              <a:chOff x="461225" y="3249175"/>
              <a:chExt cx="1851000" cy="1481050"/>
            </a:xfrm>
          </p:grpSpPr>
          <p:grpSp>
            <p:nvGrpSpPr>
              <p:cNvPr id="310" name="Google Shape;310;p46"/>
              <p:cNvGrpSpPr/>
              <p:nvPr/>
            </p:nvGrpSpPr>
            <p:grpSpPr>
              <a:xfrm>
                <a:off x="461225" y="3249175"/>
                <a:ext cx="1851000" cy="370200"/>
                <a:chOff x="461225" y="3249175"/>
                <a:chExt cx="1851000" cy="370200"/>
              </a:xfrm>
            </p:grpSpPr>
            <p:sp>
              <p:nvSpPr>
                <p:cNvPr id="311" name="Google Shape;311;p4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2" name="Google Shape;312;p4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3" name="Google Shape;313;p46"/>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14" name="Google Shape;314;p46"/>
              <p:cNvGrpSpPr/>
              <p:nvPr/>
            </p:nvGrpSpPr>
            <p:grpSpPr>
              <a:xfrm>
                <a:off x="461225" y="3619500"/>
                <a:ext cx="1480800" cy="370200"/>
                <a:chOff x="461225" y="3249175"/>
                <a:chExt cx="1480800" cy="370200"/>
              </a:xfrm>
            </p:grpSpPr>
            <p:sp>
              <p:nvSpPr>
                <p:cNvPr id="315" name="Google Shape;315;p4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6" name="Google Shape;316;p4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7" name="Google Shape;317;p4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8" name="Google Shape;318;p4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19" name="Google Shape;319;p46"/>
              <p:cNvGrpSpPr/>
              <p:nvPr/>
            </p:nvGrpSpPr>
            <p:grpSpPr>
              <a:xfrm>
                <a:off x="461225" y="3989700"/>
                <a:ext cx="1851000" cy="370200"/>
                <a:chOff x="461225" y="3249175"/>
                <a:chExt cx="1851000" cy="370200"/>
              </a:xfrm>
            </p:grpSpPr>
            <p:sp>
              <p:nvSpPr>
                <p:cNvPr id="320" name="Google Shape;320;p4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1" name="Google Shape;321;p4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2" name="Google Shape;322;p4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3" name="Google Shape;323;p46"/>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24" name="Google Shape;324;p46"/>
              <p:cNvGrpSpPr/>
              <p:nvPr/>
            </p:nvGrpSpPr>
            <p:grpSpPr>
              <a:xfrm>
                <a:off x="461225" y="4360025"/>
                <a:ext cx="1480800" cy="370200"/>
                <a:chOff x="461225" y="3249175"/>
                <a:chExt cx="1480800" cy="370200"/>
              </a:xfrm>
            </p:grpSpPr>
            <p:sp>
              <p:nvSpPr>
                <p:cNvPr id="325" name="Google Shape;325;p4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6" name="Google Shape;326;p46"/>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27" name="Google Shape;327;p46"/>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28" name="Google Shape;328;p46"/>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29" name="Shape 329"/>
        <p:cNvGrpSpPr/>
        <p:nvPr/>
      </p:nvGrpSpPr>
      <p:grpSpPr>
        <a:xfrm>
          <a:off x="0" y="0"/>
          <a:ext cx="0" cy="0"/>
          <a:chOff x="0" y="0"/>
          <a:chExt cx="0" cy="0"/>
        </a:xfrm>
      </p:grpSpPr>
      <p:grpSp>
        <p:nvGrpSpPr>
          <p:cNvPr id="330" name="Google Shape;330;p47"/>
          <p:cNvGrpSpPr/>
          <p:nvPr/>
        </p:nvGrpSpPr>
        <p:grpSpPr>
          <a:xfrm flipH="1">
            <a:off x="6169505" y="2816179"/>
            <a:ext cx="2979740" cy="1986829"/>
            <a:chOff x="312900" y="2793625"/>
            <a:chExt cx="2221200" cy="1481050"/>
          </a:xfrm>
        </p:grpSpPr>
        <p:grpSp>
          <p:nvGrpSpPr>
            <p:cNvPr id="331" name="Google Shape;331;p47"/>
            <p:cNvGrpSpPr/>
            <p:nvPr/>
          </p:nvGrpSpPr>
          <p:grpSpPr>
            <a:xfrm>
              <a:off x="312900" y="2793625"/>
              <a:ext cx="1851000" cy="1481050"/>
              <a:chOff x="461225" y="3249175"/>
              <a:chExt cx="1851000" cy="1481050"/>
            </a:xfrm>
          </p:grpSpPr>
          <p:grpSp>
            <p:nvGrpSpPr>
              <p:cNvPr id="332" name="Google Shape;332;p47"/>
              <p:cNvGrpSpPr/>
              <p:nvPr/>
            </p:nvGrpSpPr>
            <p:grpSpPr>
              <a:xfrm>
                <a:off x="461225" y="3249175"/>
                <a:ext cx="1851000" cy="370200"/>
                <a:chOff x="461225" y="3249175"/>
                <a:chExt cx="1851000" cy="370200"/>
              </a:xfrm>
            </p:grpSpPr>
            <p:sp>
              <p:nvSpPr>
                <p:cNvPr id="333" name="Google Shape;333;p4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4" name="Google Shape;334;p4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4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6" name="Google Shape;336;p4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7" name="Google Shape;337;p4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8" name="Google Shape;338;p47"/>
              <p:cNvGrpSpPr/>
              <p:nvPr/>
            </p:nvGrpSpPr>
            <p:grpSpPr>
              <a:xfrm>
                <a:off x="461225" y="3619500"/>
                <a:ext cx="1851000" cy="370200"/>
                <a:chOff x="461225" y="3249175"/>
                <a:chExt cx="1851000" cy="370200"/>
              </a:xfrm>
            </p:grpSpPr>
            <p:sp>
              <p:nvSpPr>
                <p:cNvPr id="339" name="Google Shape;339;p4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4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4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2" name="Google Shape;342;p4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3" name="Google Shape;343;p4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4" name="Google Shape;344;p47"/>
              <p:cNvGrpSpPr/>
              <p:nvPr/>
            </p:nvGrpSpPr>
            <p:grpSpPr>
              <a:xfrm>
                <a:off x="461225" y="3989700"/>
                <a:ext cx="1851000" cy="370200"/>
                <a:chOff x="461225" y="3249175"/>
                <a:chExt cx="1851000" cy="370200"/>
              </a:xfrm>
            </p:grpSpPr>
            <p:sp>
              <p:nvSpPr>
                <p:cNvPr id="345" name="Google Shape;345;p4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4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7" name="Google Shape;347;p4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8" name="Google Shape;348;p4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4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50" name="Google Shape;350;p47"/>
              <p:cNvGrpSpPr/>
              <p:nvPr/>
            </p:nvGrpSpPr>
            <p:grpSpPr>
              <a:xfrm>
                <a:off x="461225" y="4360025"/>
                <a:ext cx="1851000" cy="370200"/>
                <a:chOff x="461225" y="3249175"/>
                <a:chExt cx="1851000" cy="370200"/>
              </a:xfrm>
            </p:grpSpPr>
            <p:sp>
              <p:nvSpPr>
                <p:cNvPr id="351" name="Google Shape;351;p4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2" name="Google Shape;352;p4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3" name="Google Shape;353;p4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4" name="Google Shape;354;p4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5" name="Google Shape;355;p4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6" name="Google Shape;356;p4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57" name="Google Shape;357;p47"/>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58" name="Google Shape;358;p47"/>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9" name="Google Shape;359;p47"/>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0" name="Google Shape;360;p47"/>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1" name="Google Shape;361;p47"/>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47"/>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3" name="Google Shape;363;p47"/>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364" name="Google Shape;364;p4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365" name="Shape 365"/>
        <p:cNvGrpSpPr/>
        <p:nvPr/>
      </p:nvGrpSpPr>
      <p:grpSpPr>
        <a:xfrm>
          <a:off x="0" y="0"/>
          <a:ext cx="0" cy="0"/>
          <a:chOff x="0" y="0"/>
          <a:chExt cx="0" cy="0"/>
        </a:xfrm>
      </p:grpSpPr>
      <p:grpSp>
        <p:nvGrpSpPr>
          <p:cNvPr id="366" name="Google Shape;366;p48"/>
          <p:cNvGrpSpPr/>
          <p:nvPr/>
        </p:nvGrpSpPr>
        <p:grpSpPr>
          <a:xfrm flipH="1">
            <a:off x="6169505" y="228779"/>
            <a:ext cx="2979740" cy="1986829"/>
            <a:chOff x="312900" y="2793625"/>
            <a:chExt cx="2221200" cy="1481050"/>
          </a:xfrm>
        </p:grpSpPr>
        <p:grpSp>
          <p:nvGrpSpPr>
            <p:cNvPr id="367" name="Google Shape;367;p48"/>
            <p:cNvGrpSpPr/>
            <p:nvPr/>
          </p:nvGrpSpPr>
          <p:grpSpPr>
            <a:xfrm>
              <a:off x="312900" y="2793625"/>
              <a:ext cx="1851000" cy="1481050"/>
              <a:chOff x="461225" y="3249175"/>
              <a:chExt cx="1851000" cy="1481050"/>
            </a:xfrm>
          </p:grpSpPr>
          <p:grpSp>
            <p:nvGrpSpPr>
              <p:cNvPr id="368" name="Google Shape;368;p48"/>
              <p:cNvGrpSpPr/>
              <p:nvPr/>
            </p:nvGrpSpPr>
            <p:grpSpPr>
              <a:xfrm>
                <a:off x="461225" y="3249175"/>
                <a:ext cx="1851000" cy="370200"/>
                <a:chOff x="461225" y="3249175"/>
                <a:chExt cx="1851000" cy="370200"/>
              </a:xfrm>
            </p:grpSpPr>
            <p:sp>
              <p:nvSpPr>
                <p:cNvPr id="369" name="Google Shape;369;p4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4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4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4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4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4" name="Google Shape;374;p48"/>
              <p:cNvGrpSpPr/>
              <p:nvPr/>
            </p:nvGrpSpPr>
            <p:grpSpPr>
              <a:xfrm>
                <a:off x="461225" y="3619500"/>
                <a:ext cx="1851000" cy="370200"/>
                <a:chOff x="461225" y="3249175"/>
                <a:chExt cx="1851000" cy="370200"/>
              </a:xfrm>
            </p:grpSpPr>
            <p:sp>
              <p:nvSpPr>
                <p:cNvPr id="375" name="Google Shape;375;p4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4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4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8" name="Google Shape;378;p4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9" name="Google Shape;379;p4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80" name="Google Shape;380;p48"/>
              <p:cNvGrpSpPr/>
              <p:nvPr/>
            </p:nvGrpSpPr>
            <p:grpSpPr>
              <a:xfrm>
                <a:off x="461225" y="3989700"/>
                <a:ext cx="1851000" cy="370200"/>
                <a:chOff x="461225" y="3249175"/>
                <a:chExt cx="1851000" cy="370200"/>
              </a:xfrm>
            </p:grpSpPr>
            <p:sp>
              <p:nvSpPr>
                <p:cNvPr id="381" name="Google Shape;381;p4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4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3" name="Google Shape;383;p4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4" name="Google Shape;384;p4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5" name="Google Shape;385;p4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86" name="Google Shape;386;p48"/>
              <p:cNvGrpSpPr/>
              <p:nvPr/>
            </p:nvGrpSpPr>
            <p:grpSpPr>
              <a:xfrm>
                <a:off x="461225" y="4360025"/>
                <a:ext cx="1851000" cy="370200"/>
                <a:chOff x="461225" y="3249175"/>
                <a:chExt cx="1851000" cy="370200"/>
              </a:xfrm>
            </p:grpSpPr>
            <p:sp>
              <p:nvSpPr>
                <p:cNvPr id="387" name="Google Shape;387;p4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8" name="Google Shape;388;p4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9" name="Google Shape;389;p4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0" name="Google Shape;390;p4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1" name="Google Shape;391;p4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92" name="Google Shape;392;p48"/>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93" name="Google Shape;393;p4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94" name="Google Shape;394;p48"/>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48"/>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48"/>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7" name="Google Shape;397;p48"/>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398" name="Google Shape;398;p48"/>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399" name="Google Shape;399;p4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400" name="Shape 400"/>
        <p:cNvGrpSpPr/>
        <p:nvPr/>
      </p:nvGrpSpPr>
      <p:grpSpPr>
        <a:xfrm>
          <a:off x="0" y="0"/>
          <a:ext cx="0" cy="0"/>
          <a:chOff x="0" y="0"/>
          <a:chExt cx="0" cy="0"/>
        </a:xfrm>
      </p:grpSpPr>
      <p:grpSp>
        <p:nvGrpSpPr>
          <p:cNvPr id="401" name="Google Shape;401;p49"/>
          <p:cNvGrpSpPr/>
          <p:nvPr/>
        </p:nvGrpSpPr>
        <p:grpSpPr>
          <a:xfrm>
            <a:off x="228600" y="2793625"/>
            <a:ext cx="2221200" cy="1481050"/>
            <a:chOff x="312900" y="2793625"/>
            <a:chExt cx="2221200" cy="1481050"/>
          </a:xfrm>
        </p:grpSpPr>
        <p:grpSp>
          <p:nvGrpSpPr>
            <p:cNvPr id="402" name="Google Shape;402;p49"/>
            <p:cNvGrpSpPr/>
            <p:nvPr/>
          </p:nvGrpSpPr>
          <p:grpSpPr>
            <a:xfrm>
              <a:off x="312900" y="2793625"/>
              <a:ext cx="1851000" cy="1481050"/>
              <a:chOff x="461225" y="3249175"/>
              <a:chExt cx="1851000" cy="1481050"/>
            </a:xfrm>
          </p:grpSpPr>
          <p:grpSp>
            <p:nvGrpSpPr>
              <p:cNvPr id="403" name="Google Shape;403;p49"/>
              <p:cNvGrpSpPr/>
              <p:nvPr/>
            </p:nvGrpSpPr>
            <p:grpSpPr>
              <a:xfrm>
                <a:off x="461225" y="3249175"/>
                <a:ext cx="1851000" cy="370200"/>
                <a:chOff x="461225" y="3249175"/>
                <a:chExt cx="1851000" cy="370200"/>
              </a:xfrm>
            </p:grpSpPr>
            <p:sp>
              <p:nvSpPr>
                <p:cNvPr id="404" name="Google Shape;404;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5" name="Google Shape;405;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6" name="Google Shape;406;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7" name="Google Shape;407;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8" name="Google Shape;408;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09" name="Google Shape;409;p49"/>
              <p:cNvGrpSpPr/>
              <p:nvPr/>
            </p:nvGrpSpPr>
            <p:grpSpPr>
              <a:xfrm>
                <a:off x="461225" y="3619500"/>
                <a:ext cx="1851000" cy="370200"/>
                <a:chOff x="461225" y="3249175"/>
                <a:chExt cx="1851000" cy="370200"/>
              </a:xfrm>
            </p:grpSpPr>
            <p:sp>
              <p:nvSpPr>
                <p:cNvPr id="410" name="Google Shape;410;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1" name="Google Shape;411;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2" name="Google Shape;412;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3" name="Google Shape;413;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5" name="Google Shape;415;p49"/>
              <p:cNvGrpSpPr/>
              <p:nvPr/>
            </p:nvGrpSpPr>
            <p:grpSpPr>
              <a:xfrm>
                <a:off x="461225" y="3989700"/>
                <a:ext cx="1851000" cy="370200"/>
                <a:chOff x="461225" y="3249175"/>
                <a:chExt cx="1851000" cy="370200"/>
              </a:xfrm>
            </p:grpSpPr>
            <p:sp>
              <p:nvSpPr>
                <p:cNvPr id="416" name="Google Shape;416;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8" name="Google Shape;418;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9" name="Google Shape;419;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1" name="Google Shape;421;p49"/>
              <p:cNvGrpSpPr/>
              <p:nvPr/>
            </p:nvGrpSpPr>
            <p:grpSpPr>
              <a:xfrm>
                <a:off x="461225" y="4360025"/>
                <a:ext cx="1851000" cy="370200"/>
                <a:chOff x="461225" y="3249175"/>
                <a:chExt cx="1851000" cy="370200"/>
              </a:xfrm>
            </p:grpSpPr>
            <p:sp>
              <p:nvSpPr>
                <p:cNvPr id="422" name="Google Shape;422;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3" name="Google Shape;423;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4" name="Google Shape;424;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49"/>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7" name="Google Shape;427;p49"/>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8" name="Google Shape;428;p49"/>
          <p:cNvGrpSpPr/>
          <p:nvPr/>
        </p:nvGrpSpPr>
        <p:grpSpPr>
          <a:xfrm>
            <a:off x="7663200" y="-725"/>
            <a:ext cx="1480800" cy="1396025"/>
            <a:chOff x="461225" y="3334200"/>
            <a:chExt cx="1480800" cy="1396025"/>
          </a:xfrm>
        </p:grpSpPr>
        <p:grpSp>
          <p:nvGrpSpPr>
            <p:cNvPr id="429" name="Google Shape;429;p49"/>
            <p:cNvGrpSpPr/>
            <p:nvPr/>
          </p:nvGrpSpPr>
          <p:grpSpPr>
            <a:xfrm>
              <a:off x="461225" y="3334200"/>
              <a:ext cx="1480800" cy="285300"/>
              <a:chOff x="461225" y="3334200"/>
              <a:chExt cx="1480800" cy="285300"/>
            </a:xfrm>
          </p:grpSpPr>
          <p:sp>
            <p:nvSpPr>
              <p:cNvPr id="430" name="Google Shape;430;p49"/>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1" name="Google Shape;431;p49"/>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2" name="Google Shape;432;p49"/>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3" name="Google Shape;433;p49"/>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34" name="Google Shape;434;p49"/>
            <p:cNvGrpSpPr/>
            <p:nvPr/>
          </p:nvGrpSpPr>
          <p:grpSpPr>
            <a:xfrm>
              <a:off x="461225" y="3619500"/>
              <a:ext cx="1480800" cy="370200"/>
              <a:chOff x="461225" y="3249175"/>
              <a:chExt cx="1480800" cy="370200"/>
            </a:xfrm>
          </p:grpSpPr>
          <p:sp>
            <p:nvSpPr>
              <p:cNvPr id="435" name="Google Shape;435;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39" name="Google Shape;439;p49"/>
            <p:cNvGrpSpPr/>
            <p:nvPr/>
          </p:nvGrpSpPr>
          <p:grpSpPr>
            <a:xfrm>
              <a:off x="461225" y="3989700"/>
              <a:ext cx="1480800" cy="370200"/>
              <a:chOff x="461225" y="3249175"/>
              <a:chExt cx="1480800" cy="370200"/>
            </a:xfrm>
          </p:grpSpPr>
          <p:sp>
            <p:nvSpPr>
              <p:cNvPr id="440" name="Google Shape;440;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1" name="Google Shape;441;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4" name="Google Shape;444;p49"/>
            <p:cNvGrpSpPr/>
            <p:nvPr/>
          </p:nvGrpSpPr>
          <p:grpSpPr>
            <a:xfrm>
              <a:off x="461225" y="4360025"/>
              <a:ext cx="1480800" cy="370200"/>
              <a:chOff x="461225" y="3249175"/>
              <a:chExt cx="1480800" cy="370200"/>
            </a:xfrm>
          </p:grpSpPr>
          <p:sp>
            <p:nvSpPr>
              <p:cNvPr id="445" name="Google Shape;445;p49"/>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6" name="Google Shape;446;p49"/>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49"/>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49"/>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449" name="Google Shape;449;p49"/>
          <p:cNvGrpSpPr/>
          <p:nvPr/>
        </p:nvGrpSpPr>
        <p:grpSpPr>
          <a:xfrm>
            <a:off x="1843925" y="-725"/>
            <a:ext cx="7300075" cy="5144088"/>
            <a:chOff x="1870575" y="-635"/>
            <a:chExt cx="7300075" cy="5174097"/>
          </a:xfrm>
        </p:grpSpPr>
        <p:sp>
          <p:nvSpPr>
            <p:cNvPr id="450" name="Google Shape;450;p49"/>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451" name="Google Shape;451;p49"/>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452" name="Google Shape;452;p49"/>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453" name="Google Shape;453;p4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4" name="Google Shape;454;p49"/>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455" name="Google Shape;455;p49"/>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6" name="Google Shape;456;p49"/>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457" name="Shape 457"/>
        <p:cNvGrpSpPr/>
        <p:nvPr/>
      </p:nvGrpSpPr>
      <p:grpSpPr>
        <a:xfrm>
          <a:off x="0" y="0"/>
          <a:ext cx="0" cy="0"/>
          <a:chOff x="0" y="0"/>
          <a:chExt cx="0" cy="0"/>
        </a:xfrm>
      </p:grpSpPr>
      <p:sp>
        <p:nvSpPr>
          <p:cNvPr id="458" name="Google Shape;458;p50"/>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9" name="Google Shape;459;p50"/>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0" name="Google Shape;460;p50"/>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50"/>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50"/>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463" name="Google Shape;463;p50"/>
          <p:cNvSpPr/>
          <p:nvPr>
            <p:ph idx="2" type="pic"/>
          </p:nvPr>
        </p:nvSpPr>
        <p:spPr>
          <a:xfrm>
            <a:off x="225300" y="3132125"/>
            <a:ext cx="1849800" cy="1770300"/>
          </a:xfrm>
          <a:prstGeom prst="rect">
            <a:avLst/>
          </a:prstGeom>
          <a:noFill/>
          <a:ln>
            <a:noFill/>
          </a:ln>
        </p:spPr>
      </p:sp>
      <p:sp>
        <p:nvSpPr>
          <p:cNvPr id="464" name="Google Shape;464;p50"/>
          <p:cNvSpPr/>
          <p:nvPr>
            <p:ph idx="3" type="pic"/>
          </p:nvPr>
        </p:nvSpPr>
        <p:spPr>
          <a:xfrm>
            <a:off x="5262525" y="228600"/>
            <a:ext cx="1865100" cy="1790100"/>
          </a:xfrm>
          <a:prstGeom prst="rect">
            <a:avLst/>
          </a:prstGeom>
          <a:noFill/>
          <a:ln>
            <a:noFill/>
          </a:ln>
        </p:spPr>
      </p:sp>
      <p:sp>
        <p:nvSpPr>
          <p:cNvPr id="465" name="Google Shape;465;p50"/>
          <p:cNvSpPr/>
          <p:nvPr>
            <p:ph idx="4" type="pic"/>
          </p:nvPr>
        </p:nvSpPr>
        <p:spPr>
          <a:xfrm>
            <a:off x="7281675" y="228600"/>
            <a:ext cx="1849800" cy="1790100"/>
          </a:xfrm>
          <a:prstGeom prst="rect">
            <a:avLst/>
          </a:prstGeom>
          <a:noFill/>
          <a:ln>
            <a:noFill/>
          </a:ln>
        </p:spPr>
      </p:sp>
      <p:sp>
        <p:nvSpPr>
          <p:cNvPr id="466" name="Google Shape;466;p50"/>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67" name="Google Shape;467;p50"/>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68" name="Google Shape;468;p50"/>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69" name="Google Shape;469;p50"/>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470" name="Google Shape;470;p50"/>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471" name="Google Shape;471;p50"/>
          <p:cNvGrpSpPr/>
          <p:nvPr/>
        </p:nvGrpSpPr>
        <p:grpSpPr>
          <a:xfrm>
            <a:off x="4308382" y="2704009"/>
            <a:ext cx="4833127" cy="2437045"/>
            <a:chOff x="4308382" y="2704009"/>
            <a:chExt cx="4833127" cy="2437045"/>
          </a:xfrm>
        </p:grpSpPr>
        <p:sp>
          <p:nvSpPr>
            <p:cNvPr id="472" name="Google Shape;472;p50"/>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3" name="Google Shape;473;p50"/>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4" name="Google Shape;474;p50"/>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475" name="Shape 475"/>
        <p:cNvGrpSpPr/>
        <p:nvPr/>
      </p:nvGrpSpPr>
      <p:grpSpPr>
        <a:xfrm>
          <a:off x="0" y="0"/>
          <a:ext cx="0" cy="0"/>
          <a:chOff x="0" y="0"/>
          <a:chExt cx="0" cy="0"/>
        </a:xfrm>
      </p:grpSpPr>
      <p:sp>
        <p:nvSpPr>
          <p:cNvPr id="476" name="Google Shape;476;p51"/>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7" name="Google Shape;477;p51"/>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8" name="Google Shape;478;p51"/>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9" name="Google Shape;479;p5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80" name="Google Shape;480;p51"/>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481" name="Google Shape;481;p51"/>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482" name="Google Shape;482;p5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483" name="Shape 483"/>
        <p:cNvGrpSpPr/>
        <p:nvPr/>
      </p:nvGrpSpPr>
      <p:grpSpPr>
        <a:xfrm>
          <a:off x="0" y="0"/>
          <a:ext cx="0" cy="0"/>
          <a:chOff x="0" y="0"/>
          <a:chExt cx="0" cy="0"/>
        </a:xfrm>
      </p:grpSpPr>
      <p:sp>
        <p:nvSpPr>
          <p:cNvPr id="484" name="Google Shape;484;p52"/>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485" name="Google Shape;485;p52"/>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486" name="Google Shape;486;p52"/>
          <p:cNvGrpSpPr/>
          <p:nvPr/>
        </p:nvGrpSpPr>
        <p:grpSpPr>
          <a:xfrm>
            <a:off x="25" y="4625"/>
            <a:ext cx="2329791" cy="795413"/>
            <a:chOff x="21" y="-511"/>
            <a:chExt cx="2329791" cy="800617"/>
          </a:xfrm>
        </p:grpSpPr>
        <p:grpSp>
          <p:nvGrpSpPr>
            <p:cNvPr id="487" name="Google Shape;487;p52"/>
            <p:cNvGrpSpPr/>
            <p:nvPr/>
          </p:nvGrpSpPr>
          <p:grpSpPr>
            <a:xfrm flipH="1" rot="10800000">
              <a:off x="25" y="392516"/>
              <a:ext cx="1927788" cy="407590"/>
              <a:chOff x="537425" y="3249175"/>
              <a:chExt cx="1774800" cy="370200"/>
            </a:xfrm>
          </p:grpSpPr>
          <p:sp>
            <p:nvSpPr>
              <p:cNvPr id="488" name="Google Shape;488;p52"/>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5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0" name="Google Shape;490;p5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1" name="Google Shape;491;p5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5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3" name="Google Shape;493;p52"/>
            <p:cNvGrpSpPr/>
            <p:nvPr/>
          </p:nvGrpSpPr>
          <p:grpSpPr>
            <a:xfrm flipH="1" rot="10800000">
              <a:off x="21" y="-511"/>
              <a:ext cx="1927788" cy="393115"/>
              <a:chOff x="537425" y="3249175"/>
              <a:chExt cx="1774800" cy="370200"/>
            </a:xfrm>
          </p:grpSpPr>
          <p:sp>
            <p:nvSpPr>
              <p:cNvPr id="494" name="Google Shape;494;p52"/>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5" name="Google Shape;495;p5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6" name="Google Shape;496;p5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7" name="Google Shape;497;p5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8" name="Google Shape;498;p5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499" name="Google Shape;499;p52"/>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00" name="Google Shape;500;p52"/>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501" name="Google Shape;501;p52"/>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52"/>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3" name="Google Shape;503;p5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04" name="Google Shape;504;p52"/>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505" name="Google Shape;505;p5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506" name="Shape 506"/>
        <p:cNvGrpSpPr/>
        <p:nvPr/>
      </p:nvGrpSpPr>
      <p:grpSpPr>
        <a:xfrm>
          <a:off x="0" y="0"/>
          <a:ext cx="0" cy="0"/>
          <a:chOff x="0" y="0"/>
          <a:chExt cx="0" cy="0"/>
        </a:xfrm>
      </p:grpSpPr>
      <p:sp>
        <p:nvSpPr>
          <p:cNvPr id="507" name="Google Shape;507;p53"/>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53"/>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53"/>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510" name="Google Shape;510;p53"/>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511" name="Google Shape;511;p53"/>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512" name="Shape 512"/>
        <p:cNvGrpSpPr/>
        <p:nvPr/>
      </p:nvGrpSpPr>
      <p:grpSpPr>
        <a:xfrm>
          <a:off x="0" y="0"/>
          <a:ext cx="0" cy="0"/>
          <a:chOff x="0" y="0"/>
          <a:chExt cx="0" cy="0"/>
        </a:xfrm>
      </p:grpSpPr>
      <p:grpSp>
        <p:nvGrpSpPr>
          <p:cNvPr id="513" name="Google Shape;513;p54"/>
          <p:cNvGrpSpPr/>
          <p:nvPr/>
        </p:nvGrpSpPr>
        <p:grpSpPr>
          <a:xfrm flipH="1">
            <a:off x="3212200" y="0"/>
            <a:ext cx="1851000" cy="1225325"/>
            <a:chOff x="461225" y="3875100"/>
            <a:chExt cx="1851000" cy="1225325"/>
          </a:xfrm>
        </p:grpSpPr>
        <p:grpSp>
          <p:nvGrpSpPr>
            <p:cNvPr id="514" name="Google Shape;514;p54"/>
            <p:cNvGrpSpPr/>
            <p:nvPr/>
          </p:nvGrpSpPr>
          <p:grpSpPr>
            <a:xfrm>
              <a:off x="461225" y="3875100"/>
              <a:ext cx="1851000" cy="114600"/>
              <a:chOff x="461225" y="3504775"/>
              <a:chExt cx="1851000" cy="114600"/>
            </a:xfrm>
          </p:grpSpPr>
          <p:sp>
            <p:nvSpPr>
              <p:cNvPr id="515" name="Google Shape;515;p5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6" name="Google Shape;516;p5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5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5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5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0" name="Google Shape;520;p54"/>
            <p:cNvGrpSpPr/>
            <p:nvPr/>
          </p:nvGrpSpPr>
          <p:grpSpPr>
            <a:xfrm>
              <a:off x="461225" y="3989700"/>
              <a:ext cx="1480800" cy="1110725"/>
              <a:chOff x="461225" y="3249175"/>
              <a:chExt cx="1480800" cy="1110725"/>
            </a:xfrm>
          </p:grpSpPr>
          <p:sp>
            <p:nvSpPr>
              <p:cNvPr id="521" name="Google Shape;521;p5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2" name="Google Shape;522;p5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3" name="Google Shape;523;p5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4" name="Google Shape;524;p5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5" name="Google Shape;525;p54"/>
            <p:cNvGrpSpPr/>
            <p:nvPr/>
          </p:nvGrpSpPr>
          <p:grpSpPr>
            <a:xfrm>
              <a:off x="831425" y="4360025"/>
              <a:ext cx="1480800" cy="370200"/>
              <a:chOff x="831425" y="3249175"/>
              <a:chExt cx="1480800" cy="370200"/>
            </a:xfrm>
          </p:grpSpPr>
          <p:sp>
            <p:nvSpPr>
              <p:cNvPr id="526" name="Google Shape;526;p5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5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5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9" name="Google Shape;529;p5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30" name="Google Shape;530;p5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1" name="Google Shape;531;p54"/>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2" name="Google Shape;532;p5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533" name="Shape 533"/>
        <p:cNvGrpSpPr/>
        <p:nvPr/>
      </p:nvGrpSpPr>
      <p:grpSpPr>
        <a:xfrm>
          <a:off x="0" y="0"/>
          <a:ext cx="0" cy="0"/>
          <a:chOff x="0" y="0"/>
          <a:chExt cx="0" cy="0"/>
        </a:xfrm>
      </p:grpSpPr>
      <p:sp>
        <p:nvSpPr>
          <p:cNvPr id="534" name="Google Shape;534;p5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55"/>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536" name="Google Shape;536;p55"/>
          <p:cNvGrpSpPr/>
          <p:nvPr/>
        </p:nvGrpSpPr>
        <p:grpSpPr>
          <a:xfrm flipH="1" rot="10800000">
            <a:off x="6179902" y="24"/>
            <a:ext cx="2963226" cy="1495659"/>
            <a:chOff x="4306084" y="2701610"/>
            <a:chExt cx="4837921" cy="2441893"/>
          </a:xfrm>
        </p:grpSpPr>
        <p:sp>
          <p:nvSpPr>
            <p:cNvPr id="537" name="Google Shape;537;p55"/>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38" name="Google Shape;538;p55"/>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39" name="Google Shape;539;p55"/>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540" name="Google Shape;540;p55"/>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1" name="Google Shape;541;p55"/>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2" name="Google Shape;542;p55"/>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3" name="Google Shape;543;p55"/>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4" name="Google Shape;544;p55"/>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5" name="Google Shape;545;p55"/>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46" name="Google Shape;546;p55"/>
          <p:cNvGrpSpPr/>
          <p:nvPr/>
        </p:nvGrpSpPr>
        <p:grpSpPr>
          <a:xfrm>
            <a:off x="2674998" y="2923250"/>
            <a:ext cx="6470027" cy="2221724"/>
            <a:chOff x="2674998" y="2923250"/>
            <a:chExt cx="6470027" cy="2221724"/>
          </a:xfrm>
        </p:grpSpPr>
        <p:sp>
          <p:nvSpPr>
            <p:cNvPr id="547" name="Google Shape;547;p55"/>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548" name="Google Shape;548;p55"/>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549" name="Google Shape;549;p55"/>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550" name="Shape 550"/>
        <p:cNvGrpSpPr/>
        <p:nvPr/>
      </p:nvGrpSpPr>
      <p:grpSpPr>
        <a:xfrm>
          <a:off x="0" y="0"/>
          <a:ext cx="0" cy="0"/>
          <a:chOff x="0" y="0"/>
          <a:chExt cx="0" cy="0"/>
        </a:xfrm>
      </p:grpSpPr>
      <p:sp>
        <p:nvSpPr>
          <p:cNvPr id="551" name="Google Shape;551;p56"/>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52" name="Google Shape;552;p56"/>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553" name="Google Shape;553;p56"/>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554" name="Google Shape;554;p56"/>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55" name="Google Shape;555;p56"/>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556" name="Google Shape;556;p56"/>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557" name="Google Shape;557;p56"/>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558" name="Google Shape;558;p56"/>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559" name="Google Shape;559;p56"/>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560" name="Google Shape;560;p56"/>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561" name="Google Shape;561;p56"/>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62" name="Google Shape;562;p56"/>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63" name="Google Shape;563;p56"/>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564" name="Google Shape;564;p56"/>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565" name="Google Shape;565;p56"/>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566" name="Google Shape;566;p56"/>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567" name="Shape 567"/>
        <p:cNvGrpSpPr/>
        <p:nvPr/>
      </p:nvGrpSpPr>
      <p:grpSpPr>
        <a:xfrm>
          <a:off x="0" y="0"/>
          <a:ext cx="0" cy="0"/>
          <a:chOff x="0" y="0"/>
          <a:chExt cx="0" cy="0"/>
        </a:xfrm>
      </p:grpSpPr>
      <p:sp>
        <p:nvSpPr>
          <p:cNvPr id="568" name="Google Shape;568;p57"/>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69" name="Google Shape;569;p57"/>
          <p:cNvGrpSpPr/>
          <p:nvPr/>
        </p:nvGrpSpPr>
        <p:grpSpPr>
          <a:xfrm rot="-5400000">
            <a:off x="4030013" y="41713"/>
            <a:ext cx="1026300" cy="9201675"/>
            <a:chOff x="670045" y="-5692564"/>
            <a:chExt cx="1026300" cy="9201675"/>
          </a:xfrm>
        </p:grpSpPr>
        <p:sp>
          <p:nvSpPr>
            <p:cNvPr id="570" name="Google Shape;570;p57"/>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571" name="Google Shape;571;p57"/>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572" name="Google Shape;572;p57"/>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573" name="Google Shape;573;p57"/>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74" name="Google Shape;574;p57"/>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75" name="Google Shape;575;p57"/>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76" name="Google Shape;576;p57"/>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577" name="Google Shape;577;p57"/>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578" name="Google Shape;578;p57"/>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579" name="Shape 579"/>
        <p:cNvGrpSpPr/>
        <p:nvPr/>
      </p:nvGrpSpPr>
      <p:grpSpPr>
        <a:xfrm>
          <a:off x="0" y="0"/>
          <a:ext cx="0" cy="0"/>
          <a:chOff x="0" y="0"/>
          <a:chExt cx="0" cy="0"/>
        </a:xfrm>
      </p:grpSpPr>
      <p:sp>
        <p:nvSpPr>
          <p:cNvPr id="580" name="Google Shape;580;p58"/>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1" name="Google Shape;581;p58"/>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82" name="Google Shape;582;p58"/>
          <p:cNvGrpSpPr/>
          <p:nvPr/>
        </p:nvGrpSpPr>
        <p:grpSpPr>
          <a:xfrm rot="10800000">
            <a:off x="9" y="0"/>
            <a:ext cx="1889320" cy="1499480"/>
            <a:chOff x="461225" y="3249175"/>
            <a:chExt cx="1399496" cy="1110726"/>
          </a:xfrm>
        </p:grpSpPr>
        <p:grpSp>
          <p:nvGrpSpPr>
            <p:cNvPr id="583" name="Google Shape;583;p58"/>
            <p:cNvGrpSpPr/>
            <p:nvPr/>
          </p:nvGrpSpPr>
          <p:grpSpPr>
            <a:xfrm>
              <a:off x="461225" y="3249175"/>
              <a:ext cx="1399496" cy="370204"/>
              <a:chOff x="461225" y="3249175"/>
              <a:chExt cx="1399496" cy="370204"/>
            </a:xfrm>
          </p:grpSpPr>
          <p:sp>
            <p:nvSpPr>
              <p:cNvPr id="584" name="Google Shape;584;p5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5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5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7" name="Google Shape;587;p58"/>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8" name="Google Shape;588;p58"/>
            <p:cNvGrpSpPr/>
            <p:nvPr/>
          </p:nvGrpSpPr>
          <p:grpSpPr>
            <a:xfrm>
              <a:off x="461225" y="3619500"/>
              <a:ext cx="1399496" cy="370202"/>
              <a:chOff x="461225" y="3249175"/>
              <a:chExt cx="1399496" cy="370202"/>
            </a:xfrm>
          </p:grpSpPr>
          <p:sp>
            <p:nvSpPr>
              <p:cNvPr id="589" name="Google Shape;589;p5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5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5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2" name="Google Shape;592;p58"/>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3" name="Google Shape;593;p58"/>
            <p:cNvGrpSpPr/>
            <p:nvPr/>
          </p:nvGrpSpPr>
          <p:grpSpPr>
            <a:xfrm>
              <a:off x="461225" y="3989700"/>
              <a:ext cx="1399496" cy="370201"/>
              <a:chOff x="461225" y="3249175"/>
              <a:chExt cx="1399496" cy="370201"/>
            </a:xfrm>
          </p:grpSpPr>
          <p:sp>
            <p:nvSpPr>
              <p:cNvPr id="594" name="Google Shape;594;p58"/>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5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6" name="Google Shape;596;p5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7" name="Google Shape;597;p58"/>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8" name="Google Shape;598;p58"/>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599" name="Google Shape;599;p58"/>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600" name="Google Shape;600;p58"/>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601" name="Google Shape;601;p58"/>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602" name="Google Shape;602;p5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03" name="Google Shape;603;p5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604" name="Shape 604"/>
        <p:cNvGrpSpPr/>
        <p:nvPr/>
      </p:nvGrpSpPr>
      <p:grpSpPr>
        <a:xfrm>
          <a:off x="0" y="0"/>
          <a:ext cx="0" cy="0"/>
          <a:chOff x="0" y="0"/>
          <a:chExt cx="0" cy="0"/>
        </a:xfrm>
      </p:grpSpPr>
      <p:sp>
        <p:nvSpPr>
          <p:cNvPr id="605" name="Google Shape;605;p59"/>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06" name="Google Shape;606;p5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07" name="Google Shape;607;p59"/>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08" name="Google Shape;608;p5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609" name="Shape 609"/>
        <p:cNvGrpSpPr/>
        <p:nvPr/>
      </p:nvGrpSpPr>
      <p:grpSpPr>
        <a:xfrm>
          <a:off x="0" y="0"/>
          <a:ext cx="0" cy="0"/>
          <a:chOff x="0" y="0"/>
          <a:chExt cx="0" cy="0"/>
        </a:xfrm>
      </p:grpSpPr>
      <p:sp>
        <p:nvSpPr>
          <p:cNvPr id="610" name="Google Shape;610;p60"/>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1" name="Google Shape;611;p60"/>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612" name="Google Shape;612;p60"/>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13" name="Google Shape;613;p60"/>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14" name="Google Shape;614;p60"/>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15" name="Google Shape;615;p60"/>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616" name="Google Shape;616;p60"/>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617" name="Google Shape;617;p60"/>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18" name="Google Shape;618;p60"/>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9" name="Google Shape;619;p60"/>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0" name="Google Shape;620;p60"/>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1" name="Google Shape;621;p60"/>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622" name="Google Shape;622;p60"/>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3" name="Google Shape;623;p60"/>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4" name="Google Shape;624;p60"/>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5" name="Google Shape;625;p60"/>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6" name="Google Shape;626;p60"/>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7" name="Google Shape;627;p60"/>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8" name="Google Shape;628;p60"/>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629" name="Google Shape;629;p60"/>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630" name="Google Shape;630;p60"/>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631" name="Shape 631"/>
        <p:cNvGrpSpPr/>
        <p:nvPr/>
      </p:nvGrpSpPr>
      <p:grpSpPr>
        <a:xfrm>
          <a:off x="0" y="0"/>
          <a:ext cx="0" cy="0"/>
          <a:chOff x="0" y="0"/>
          <a:chExt cx="0" cy="0"/>
        </a:xfrm>
      </p:grpSpPr>
      <p:sp>
        <p:nvSpPr>
          <p:cNvPr id="632" name="Google Shape;632;p61"/>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633" name="Google Shape;633;p61"/>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634" name="Google Shape;634;p61"/>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635" name="Google Shape;635;p61"/>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636" name="Google Shape;636;p61"/>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7" name="Google Shape;637;p61"/>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638" name="Google Shape;638;p61"/>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639" name="Google Shape;639;p61"/>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640" name="Google Shape;640;p61"/>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1" name="Google Shape;641;p61"/>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2" name="Google Shape;642;p61"/>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43" name="Google Shape;643;p61"/>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44" name="Google Shape;644;p61"/>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645" name="Google Shape;645;p61"/>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46" name="Google Shape;646;p61"/>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47" name="Google Shape;647;p61"/>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48" name="Google Shape;648;p61"/>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49" name="Google Shape;649;p61"/>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50" name="Google Shape;650;p61"/>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51" name="Google Shape;651;p61"/>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652" name="Google Shape;652;p61"/>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653" name="Shape 653"/>
        <p:cNvGrpSpPr/>
        <p:nvPr/>
      </p:nvGrpSpPr>
      <p:grpSpPr>
        <a:xfrm>
          <a:off x="0" y="0"/>
          <a:ext cx="0" cy="0"/>
          <a:chOff x="0" y="0"/>
          <a:chExt cx="0" cy="0"/>
        </a:xfrm>
      </p:grpSpPr>
      <p:sp>
        <p:nvSpPr>
          <p:cNvPr id="654" name="Google Shape;654;p62"/>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55" name="Google Shape;655;p62"/>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56" name="Google Shape;656;p62"/>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7" name="Google Shape;657;p62"/>
          <p:cNvGrpSpPr/>
          <p:nvPr/>
        </p:nvGrpSpPr>
        <p:grpSpPr>
          <a:xfrm flipH="1">
            <a:off x="7293000" y="0"/>
            <a:ext cx="1851000" cy="1225325"/>
            <a:chOff x="461225" y="3875100"/>
            <a:chExt cx="1851000" cy="1225325"/>
          </a:xfrm>
        </p:grpSpPr>
        <p:grpSp>
          <p:nvGrpSpPr>
            <p:cNvPr id="658" name="Google Shape;658;p62"/>
            <p:cNvGrpSpPr/>
            <p:nvPr/>
          </p:nvGrpSpPr>
          <p:grpSpPr>
            <a:xfrm>
              <a:off x="461225" y="3875100"/>
              <a:ext cx="1851000" cy="114600"/>
              <a:chOff x="461225" y="3504775"/>
              <a:chExt cx="1851000" cy="114600"/>
            </a:xfrm>
          </p:grpSpPr>
          <p:sp>
            <p:nvSpPr>
              <p:cNvPr id="659" name="Google Shape;659;p62"/>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0" name="Google Shape;660;p62"/>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1" name="Google Shape;661;p62"/>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2" name="Google Shape;662;p62"/>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3" name="Google Shape;663;p62"/>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64" name="Google Shape;664;p62"/>
            <p:cNvGrpSpPr/>
            <p:nvPr/>
          </p:nvGrpSpPr>
          <p:grpSpPr>
            <a:xfrm>
              <a:off x="461225" y="3989700"/>
              <a:ext cx="1480800" cy="1110725"/>
              <a:chOff x="461225" y="3249175"/>
              <a:chExt cx="1480800" cy="1110725"/>
            </a:xfrm>
          </p:grpSpPr>
          <p:sp>
            <p:nvSpPr>
              <p:cNvPr id="665" name="Google Shape;665;p6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6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6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8" name="Google Shape;668;p6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69" name="Google Shape;669;p62"/>
            <p:cNvGrpSpPr/>
            <p:nvPr/>
          </p:nvGrpSpPr>
          <p:grpSpPr>
            <a:xfrm>
              <a:off x="831425" y="4360025"/>
              <a:ext cx="1480800" cy="370200"/>
              <a:chOff x="831425" y="3249175"/>
              <a:chExt cx="1480800" cy="370200"/>
            </a:xfrm>
          </p:grpSpPr>
          <p:sp>
            <p:nvSpPr>
              <p:cNvPr id="670" name="Google Shape;670;p6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1" name="Google Shape;671;p6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2" name="Google Shape;672;p6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6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74" name="Google Shape;674;p62"/>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675" name="Google Shape;675;p62"/>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676" name="Google Shape;676;p62"/>
          <p:cNvSpPr/>
          <p:nvPr>
            <p:ph idx="3" type="pic"/>
          </p:nvPr>
        </p:nvSpPr>
        <p:spPr>
          <a:xfrm>
            <a:off x="227225" y="1832375"/>
            <a:ext cx="821100" cy="785400"/>
          </a:xfrm>
          <a:prstGeom prst="rect">
            <a:avLst/>
          </a:prstGeom>
          <a:noFill/>
          <a:ln>
            <a:noFill/>
          </a:ln>
        </p:spPr>
      </p:sp>
      <p:sp>
        <p:nvSpPr>
          <p:cNvPr id="677" name="Google Shape;677;p62"/>
          <p:cNvSpPr/>
          <p:nvPr>
            <p:ph idx="4" type="pic"/>
          </p:nvPr>
        </p:nvSpPr>
        <p:spPr>
          <a:xfrm>
            <a:off x="227225" y="2672425"/>
            <a:ext cx="821100" cy="785400"/>
          </a:xfrm>
          <a:prstGeom prst="rect">
            <a:avLst/>
          </a:prstGeom>
          <a:noFill/>
          <a:ln>
            <a:noFill/>
          </a:ln>
        </p:spPr>
      </p:sp>
      <p:sp>
        <p:nvSpPr>
          <p:cNvPr id="678" name="Google Shape;678;p62"/>
          <p:cNvSpPr/>
          <p:nvPr>
            <p:ph idx="5" type="pic"/>
          </p:nvPr>
        </p:nvSpPr>
        <p:spPr>
          <a:xfrm>
            <a:off x="227225" y="3512475"/>
            <a:ext cx="821100" cy="785400"/>
          </a:xfrm>
          <a:prstGeom prst="rect">
            <a:avLst/>
          </a:prstGeom>
          <a:noFill/>
          <a:ln>
            <a:noFill/>
          </a:ln>
        </p:spPr>
      </p:sp>
      <p:sp>
        <p:nvSpPr>
          <p:cNvPr id="679" name="Google Shape;679;p62"/>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680" name="Google Shape;680;p62"/>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681" name="Google Shape;681;p62"/>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682" name="Google Shape;682;p62"/>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683" name="Google Shape;683;p62"/>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684" name="Google Shape;684;p62"/>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685" name="Google Shape;685;p62"/>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86" name="Google Shape;686;p62"/>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87" name="Google Shape;687;p62"/>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688" name="Shape 688"/>
        <p:cNvGrpSpPr/>
        <p:nvPr/>
      </p:nvGrpSpPr>
      <p:grpSpPr>
        <a:xfrm>
          <a:off x="0" y="0"/>
          <a:ext cx="0" cy="0"/>
          <a:chOff x="0" y="0"/>
          <a:chExt cx="0" cy="0"/>
        </a:xfrm>
      </p:grpSpPr>
      <p:sp>
        <p:nvSpPr>
          <p:cNvPr id="689" name="Google Shape;689;p63"/>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690" name="Google Shape;690;p63"/>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91" name="Google Shape;691;p63"/>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92" name="Google Shape;692;p63"/>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93" name="Google Shape;693;p63"/>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694" name="Google Shape;694;p63"/>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695" name="Google Shape;695;p63"/>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96" name="Google Shape;696;p63"/>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697" name="Google Shape;697;p63"/>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698" name="Google Shape;698;p63"/>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699" name="Google Shape;699;p63"/>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700" name="Google Shape;700;p63"/>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701" name="Google Shape;701;p63"/>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2" name="Google Shape;702;p63"/>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3" name="Google Shape;703;p63"/>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4" name="Google Shape;704;p63"/>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5" name="Google Shape;705;p63"/>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6" name="Google Shape;706;p63"/>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707" name="Shape 707"/>
        <p:cNvGrpSpPr/>
        <p:nvPr/>
      </p:nvGrpSpPr>
      <p:grpSpPr>
        <a:xfrm>
          <a:off x="0" y="0"/>
          <a:ext cx="0" cy="0"/>
          <a:chOff x="0" y="0"/>
          <a:chExt cx="0" cy="0"/>
        </a:xfrm>
      </p:grpSpPr>
      <p:sp>
        <p:nvSpPr>
          <p:cNvPr id="708" name="Google Shape;708;p64"/>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709" name="Google Shape;709;p64"/>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710" name="Google Shape;710;p64"/>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1" name="Google Shape;711;p6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12" name="Google Shape;712;p64"/>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13" name="Google Shape;713;p64"/>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14" name="Google Shape;714;p64"/>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15" name="Google Shape;715;p64"/>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16" name="Google Shape;716;p64"/>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17" name="Google Shape;717;p64"/>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18" name="Google Shape;718;p64"/>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19" name="Google Shape;719;p64"/>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20" name="Google Shape;720;p64"/>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721" name="Google Shape;721;p64"/>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22" name="Google Shape;722;p64"/>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723" name="Shape 723"/>
        <p:cNvGrpSpPr/>
        <p:nvPr/>
      </p:nvGrpSpPr>
      <p:grpSpPr>
        <a:xfrm>
          <a:off x="0" y="0"/>
          <a:ext cx="0" cy="0"/>
          <a:chOff x="0" y="0"/>
          <a:chExt cx="0" cy="0"/>
        </a:xfrm>
      </p:grpSpPr>
      <p:grpSp>
        <p:nvGrpSpPr>
          <p:cNvPr id="724" name="Google Shape;724;p65"/>
          <p:cNvGrpSpPr/>
          <p:nvPr/>
        </p:nvGrpSpPr>
        <p:grpSpPr>
          <a:xfrm flipH="1">
            <a:off x="3199575" y="156175"/>
            <a:ext cx="1851000" cy="1225325"/>
            <a:chOff x="461225" y="3875100"/>
            <a:chExt cx="1851000" cy="1225325"/>
          </a:xfrm>
        </p:grpSpPr>
        <p:grpSp>
          <p:nvGrpSpPr>
            <p:cNvPr id="725" name="Google Shape;725;p65"/>
            <p:cNvGrpSpPr/>
            <p:nvPr/>
          </p:nvGrpSpPr>
          <p:grpSpPr>
            <a:xfrm>
              <a:off x="461225" y="3875100"/>
              <a:ext cx="1851000" cy="114600"/>
              <a:chOff x="461225" y="3504775"/>
              <a:chExt cx="1851000" cy="114600"/>
            </a:xfrm>
          </p:grpSpPr>
          <p:sp>
            <p:nvSpPr>
              <p:cNvPr id="726" name="Google Shape;726;p65"/>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7" name="Google Shape;727;p65"/>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65"/>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65"/>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65"/>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1" name="Google Shape;731;p65"/>
            <p:cNvGrpSpPr/>
            <p:nvPr/>
          </p:nvGrpSpPr>
          <p:grpSpPr>
            <a:xfrm>
              <a:off x="461225" y="3989700"/>
              <a:ext cx="1480800" cy="1110725"/>
              <a:chOff x="461225" y="3249175"/>
              <a:chExt cx="1480800" cy="1110725"/>
            </a:xfrm>
          </p:grpSpPr>
          <p:sp>
            <p:nvSpPr>
              <p:cNvPr id="732" name="Google Shape;732;p6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6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6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65"/>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65"/>
            <p:cNvGrpSpPr/>
            <p:nvPr/>
          </p:nvGrpSpPr>
          <p:grpSpPr>
            <a:xfrm>
              <a:off x="831425" y="4360025"/>
              <a:ext cx="1480800" cy="370200"/>
              <a:chOff x="831425" y="3249175"/>
              <a:chExt cx="1480800" cy="370200"/>
            </a:xfrm>
          </p:grpSpPr>
          <p:sp>
            <p:nvSpPr>
              <p:cNvPr id="737" name="Google Shape;737;p6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6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6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6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1" name="Google Shape;741;p6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42" name="Google Shape;742;p65"/>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743" name="Google Shape;743;p65"/>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744" name="Google Shape;744;p65"/>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45" name="Google Shape;745;p65"/>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746" name="Google Shape;746;p65"/>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747" name="Google Shape;747;p6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748" name="Shape 748"/>
        <p:cNvGrpSpPr/>
        <p:nvPr/>
      </p:nvGrpSpPr>
      <p:grpSpPr>
        <a:xfrm>
          <a:off x="0" y="0"/>
          <a:ext cx="0" cy="0"/>
          <a:chOff x="0" y="0"/>
          <a:chExt cx="0" cy="0"/>
        </a:xfrm>
      </p:grpSpPr>
      <p:grpSp>
        <p:nvGrpSpPr>
          <p:cNvPr id="749" name="Google Shape;749;p66"/>
          <p:cNvGrpSpPr/>
          <p:nvPr/>
        </p:nvGrpSpPr>
        <p:grpSpPr>
          <a:xfrm flipH="1">
            <a:off x="3199575" y="156175"/>
            <a:ext cx="1851000" cy="1225325"/>
            <a:chOff x="461225" y="3875100"/>
            <a:chExt cx="1851000" cy="1225325"/>
          </a:xfrm>
        </p:grpSpPr>
        <p:grpSp>
          <p:nvGrpSpPr>
            <p:cNvPr id="750" name="Google Shape;750;p66"/>
            <p:cNvGrpSpPr/>
            <p:nvPr/>
          </p:nvGrpSpPr>
          <p:grpSpPr>
            <a:xfrm>
              <a:off x="461225" y="3875100"/>
              <a:ext cx="1851000" cy="114600"/>
              <a:chOff x="461225" y="3504775"/>
              <a:chExt cx="1851000" cy="114600"/>
            </a:xfrm>
          </p:grpSpPr>
          <p:sp>
            <p:nvSpPr>
              <p:cNvPr id="751" name="Google Shape;751;p66"/>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2" name="Google Shape;752;p66"/>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3" name="Google Shape;753;p66"/>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4" name="Google Shape;754;p66"/>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5" name="Google Shape;755;p66"/>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6" name="Google Shape;756;p66"/>
            <p:cNvGrpSpPr/>
            <p:nvPr/>
          </p:nvGrpSpPr>
          <p:grpSpPr>
            <a:xfrm>
              <a:off x="461225" y="3989700"/>
              <a:ext cx="1480800" cy="1110725"/>
              <a:chOff x="461225" y="3249175"/>
              <a:chExt cx="1480800" cy="1110725"/>
            </a:xfrm>
          </p:grpSpPr>
          <p:sp>
            <p:nvSpPr>
              <p:cNvPr id="757" name="Google Shape;757;p6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6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9" name="Google Shape;759;p6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0" name="Google Shape;760;p66"/>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1" name="Google Shape;761;p66"/>
            <p:cNvGrpSpPr/>
            <p:nvPr/>
          </p:nvGrpSpPr>
          <p:grpSpPr>
            <a:xfrm>
              <a:off x="831425" y="4360025"/>
              <a:ext cx="1480800" cy="370200"/>
              <a:chOff x="831425" y="3249175"/>
              <a:chExt cx="1480800" cy="370200"/>
            </a:xfrm>
          </p:grpSpPr>
          <p:sp>
            <p:nvSpPr>
              <p:cNvPr id="762" name="Google Shape;762;p6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6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6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6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66" name="Google Shape;766;p66"/>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767" name="Google Shape;767;p66"/>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768" name="Google Shape;768;p66"/>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769" name="Google Shape;769;p66"/>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770" name="Google Shape;770;p66"/>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771" name="Google Shape;771;p66"/>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772" name="Google Shape;772;p66"/>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773" name="Google Shape;773;p66"/>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74" name="Google Shape;774;p66"/>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775" name="Google Shape;775;p66"/>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76" name="Google Shape;776;p66"/>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777" name="Google Shape;777;p66"/>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778" name="Google Shape;778;p66"/>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779" name="Google Shape;779;p66"/>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780" name="Google Shape;780;p6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81" name="Google Shape;781;p66"/>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782" name="Google Shape;782;p66"/>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783" name="Google Shape;783;p66"/>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84" name="Google Shape;784;p66"/>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785" name="Shape 785"/>
        <p:cNvGrpSpPr/>
        <p:nvPr/>
      </p:nvGrpSpPr>
      <p:grpSpPr>
        <a:xfrm>
          <a:off x="0" y="0"/>
          <a:ext cx="0" cy="0"/>
          <a:chOff x="0" y="0"/>
          <a:chExt cx="0" cy="0"/>
        </a:xfrm>
      </p:grpSpPr>
      <p:grpSp>
        <p:nvGrpSpPr>
          <p:cNvPr id="786" name="Google Shape;786;p67"/>
          <p:cNvGrpSpPr/>
          <p:nvPr/>
        </p:nvGrpSpPr>
        <p:grpSpPr>
          <a:xfrm>
            <a:off x="115026" y="364"/>
            <a:ext cx="5125634" cy="5143564"/>
            <a:chOff x="312900" y="2788524"/>
            <a:chExt cx="2221197" cy="1994480"/>
          </a:xfrm>
        </p:grpSpPr>
        <p:grpSp>
          <p:nvGrpSpPr>
            <p:cNvPr id="787" name="Google Shape;787;p67"/>
            <p:cNvGrpSpPr/>
            <p:nvPr/>
          </p:nvGrpSpPr>
          <p:grpSpPr>
            <a:xfrm>
              <a:off x="312900" y="2788524"/>
              <a:ext cx="1851000" cy="1994480"/>
              <a:chOff x="461225" y="3244074"/>
              <a:chExt cx="1851000" cy="1994480"/>
            </a:xfrm>
          </p:grpSpPr>
          <p:grpSp>
            <p:nvGrpSpPr>
              <p:cNvPr id="788" name="Google Shape;788;p67"/>
              <p:cNvGrpSpPr/>
              <p:nvPr/>
            </p:nvGrpSpPr>
            <p:grpSpPr>
              <a:xfrm>
                <a:off x="461229" y="3244074"/>
                <a:ext cx="1850992" cy="1994480"/>
                <a:chOff x="461229" y="3244074"/>
                <a:chExt cx="1850992" cy="1994480"/>
              </a:xfrm>
            </p:grpSpPr>
            <p:sp>
              <p:nvSpPr>
                <p:cNvPr id="789" name="Google Shape;789;p67"/>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0" name="Google Shape;790;p67"/>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1" name="Google Shape;791;p67"/>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2" name="Google Shape;792;p67"/>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3" name="Google Shape;793;p67"/>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94" name="Google Shape;794;p67"/>
              <p:cNvGrpSpPr/>
              <p:nvPr/>
            </p:nvGrpSpPr>
            <p:grpSpPr>
              <a:xfrm>
                <a:off x="461225" y="3619500"/>
                <a:ext cx="1851000" cy="370200"/>
                <a:chOff x="461225" y="3249175"/>
                <a:chExt cx="1851000" cy="370200"/>
              </a:xfrm>
            </p:grpSpPr>
            <p:sp>
              <p:nvSpPr>
                <p:cNvPr id="795" name="Google Shape;795;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6" name="Google Shape;796;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7" name="Google Shape;797;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8" name="Google Shape;798;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9" name="Google Shape;799;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0" name="Google Shape;800;p67"/>
              <p:cNvGrpSpPr/>
              <p:nvPr/>
            </p:nvGrpSpPr>
            <p:grpSpPr>
              <a:xfrm>
                <a:off x="461225" y="3989700"/>
                <a:ext cx="1851000" cy="1110726"/>
                <a:chOff x="461225" y="3249175"/>
                <a:chExt cx="1851000" cy="1110726"/>
              </a:xfrm>
            </p:grpSpPr>
            <p:sp>
              <p:nvSpPr>
                <p:cNvPr id="801" name="Google Shape;801;p67"/>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4" name="Google Shape;804;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5" name="Google Shape;805;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6" name="Google Shape;806;p67"/>
              <p:cNvGrpSpPr/>
              <p:nvPr/>
            </p:nvGrpSpPr>
            <p:grpSpPr>
              <a:xfrm>
                <a:off x="461225" y="4360025"/>
                <a:ext cx="1851000" cy="370200"/>
                <a:chOff x="461225" y="3249175"/>
                <a:chExt cx="1851000" cy="370200"/>
              </a:xfrm>
            </p:grpSpPr>
            <p:sp>
              <p:nvSpPr>
                <p:cNvPr id="807" name="Google Shape;807;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0" name="Google Shape;810;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1" name="Google Shape;811;p67"/>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2" name="Google Shape;812;p67"/>
          <p:cNvGrpSpPr/>
          <p:nvPr/>
        </p:nvGrpSpPr>
        <p:grpSpPr>
          <a:xfrm flipH="1" rot="5400000">
            <a:off x="7145338" y="3274875"/>
            <a:ext cx="2221200" cy="1481050"/>
            <a:chOff x="312900" y="2793625"/>
            <a:chExt cx="2221200" cy="1481050"/>
          </a:xfrm>
        </p:grpSpPr>
        <p:grpSp>
          <p:nvGrpSpPr>
            <p:cNvPr id="813" name="Google Shape;813;p67"/>
            <p:cNvGrpSpPr/>
            <p:nvPr/>
          </p:nvGrpSpPr>
          <p:grpSpPr>
            <a:xfrm>
              <a:off x="312900" y="2793625"/>
              <a:ext cx="1851000" cy="1481050"/>
              <a:chOff x="461225" y="3249175"/>
              <a:chExt cx="1851000" cy="1481050"/>
            </a:xfrm>
          </p:grpSpPr>
          <p:grpSp>
            <p:nvGrpSpPr>
              <p:cNvPr id="814" name="Google Shape;814;p67"/>
              <p:cNvGrpSpPr/>
              <p:nvPr/>
            </p:nvGrpSpPr>
            <p:grpSpPr>
              <a:xfrm>
                <a:off x="461225" y="3249175"/>
                <a:ext cx="1851000" cy="370200"/>
                <a:chOff x="461225" y="3249175"/>
                <a:chExt cx="1851000" cy="370200"/>
              </a:xfrm>
            </p:grpSpPr>
            <p:sp>
              <p:nvSpPr>
                <p:cNvPr id="815" name="Google Shape;815;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6" name="Google Shape;816;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20" name="Google Shape;820;p67"/>
              <p:cNvGrpSpPr/>
              <p:nvPr/>
            </p:nvGrpSpPr>
            <p:grpSpPr>
              <a:xfrm>
                <a:off x="461225" y="3619500"/>
                <a:ext cx="1851000" cy="370200"/>
                <a:chOff x="461225" y="3249175"/>
                <a:chExt cx="1851000" cy="370200"/>
              </a:xfrm>
            </p:grpSpPr>
            <p:sp>
              <p:nvSpPr>
                <p:cNvPr id="821" name="Google Shape;821;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2" name="Google Shape;822;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3" name="Google Shape;823;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4" name="Google Shape;824;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5" name="Google Shape;825;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26" name="Google Shape;826;p67"/>
              <p:cNvGrpSpPr/>
              <p:nvPr/>
            </p:nvGrpSpPr>
            <p:grpSpPr>
              <a:xfrm>
                <a:off x="461225" y="3989700"/>
                <a:ext cx="1851000" cy="370200"/>
                <a:chOff x="461225" y="3249175"/>
                <a:chExt cx="1851000" cy="370200"/>
              </a:xfrm>
            </p:grpSpPr>
            <p:sp>
              <p:nvSpPr>
                <p:cNvPr id="827" name="Google Shape;827;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8" name="Google Shape;828;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9" name="Google Shape;829;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0" name="Google Shape;830;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1" name="Google Shape;831;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2" name="Google Shape;832;p67"/>
              <p:cNvGrpSpPr/>
              <p:nvPr/>
            </p:nvGrpSpPr>
            <p:grpSpPr>
              <a:xfrm>
                <a:off x="461225" y="4360025"/>
                <a:ext cx="1851000" cy="370200"/>
                <a:chOff x="461225" y="3249175"/>
                <a:chExt cx="1851000" cy="370200"/>
              </a:xfrm>
            </p:grpSpPr>
            <p:sp>
              <p:nvSpPr>
                <p:cNvPr id="833" name="Google Shape;833;p6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4" name="Google Shape;834;p6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5" name="Google Shape;835;p6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6" name="Google Shape;836;p6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7" name="Google Shape;837;p6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38" name="Google Shape;838;p6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39" name="Google Shape;839;p67"/>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0" name="Google Shape;840;p67"/>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1" name="Google Shape;841;p67"/>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842" name="Google Shape;842;p67"/>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43" name="Google Shape;843;p6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844" name="Google Shape;844;p67"/>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45" name="Google Shape;845;p67"/>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846" name="Google Shape;846;p67"/>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47" name="Google Shape;847;p67"/>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848" name="Google Shape;848;p67"/>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49" name="Google Shape;849;p67"/>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850" name="Google Shape;850;p67"/>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51" name="Google Shape;851;p67"/>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852" name="Google Shape;852;p67"/>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53" name="Google Shape;853;p67"/>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854" name="Google Shape;854;p67"/>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55" name="Google Shape;855;p67"/>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856" name="Shape 856"/>
        <p:cNvGrpSpPr/>
        <p:nvPr/>
      </p:nvGrpSpPr>
      <p:grpSpPr>
        <a:xfrm>
          <a:off x="0" y="0"/>
          <a:ext cx="0" cy="0"/>
          <a:chOff x="0" y="0"/>
          <a:chExt cx="0" cy="0"/>
        </a:xfrm>
      </p:grpSpPr>
      <p:sp>
        <p:nvSpPr>
          <p:cNvPr id="857" name="Google Shape;857;p68"/>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8" name="Google Shape;858;p68"/>
          <p:cNvSpPr/>
          <p:nvPr>
            <p:ph idx="2" type="pic"/>
          </p:nvPr>
        </p:nvSpPr>
        <p:spPr>
          <a:xfrm>
            <a:off x="6702600" y="-16150"/>
            <a:ext cx="2441400" cy="2574600"/>
          </a:xfrm>
          <a:prstGeom prst="rect">
            <a:avLst/>
          </a:prstGeom>
          <a:noFill/>
          <a:ln>
            <a:noFill/>
          </a:ln>
        </p:spPr>
      </p:sp>
      <p:sp>
        <p:nvSpPr>
          <p:cNvPr id="859" name="Google Shape;859;p68"/>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860" name="Google Shape;860;p68"/>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61" name="Google Shape;861;p68"/>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62" name="Google Shape;862;p68"/>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63" name="Google Shape;863;p68"/>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64" name="Google Shape;864;p68"/>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865" name="Google Shape;865;p6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66" name="Google Shape;866;p68"/>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867" name="Google Shape;867;p68"/>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68" name="Google Shape;868;p68"/>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69" name="Google Shape;869;p68"/>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70" name="Google Shape;870;p68"/>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71" name="Google Shape;871;p68"/>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72" name="Google Shape;872;p68"/>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73" name="Google Shape;873;p68"/>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874" name="Google Shape;874;p68"/>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875" name="Shape 875"/>
        <p:cNvGrpSpPr/>
        <p:nvPr/>
      </p:nvGrpSpPr>
      <p:grpSpPr>
        <a:xfrm>
          <a:off x="0" y="0"/>
          <a:ext cx="0" cy="0"/>
          <a:chOff x="0" y="0"/>
          <a:chExt cx="0" cy="0"/>
        </a:xfrm>
      </p:grpSpPr>
      <p:sp>
        <p:nvSpPr>
          <p:cNvPr id="876" name="Google Shape;876;p69"/>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7" name="Google Shape;877;p69"/>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878" name="Google Shape;878;p69"/>
          <p:cNvSpPr/>
          <p:nvPr>
            <p:ph idx="2" type="pic"/>
          </p:nvPr>
        </p:nvSpPr>
        <p:spPr>
          <a:xfrm>
            <a:off x="5457500" y="0"/>
            <a:ext cx="3686400" cy="5143500"/>
          </a:xfrm>
          <a:prstGeom prst="rect">
            <a:avLst/>
          </a:prstGeom>
          <a:noFill/>
          <a:ln>
            <a:noFill/>
          </a:ln>
        </p:spPr>
      </p:sp>
      <p:sp>
        <p:nvSpPr>
          <p:cNvPr id="879" name="Google Shape;879;p69"/>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880" name="Google Shape;880;p69"/>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881" name="Google Shape;881;p6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882" name="Google Shape;882;p69"/>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83" name="Google Shape;883;p69"/>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884" name="Shape 884"/>
        <p:cNvGrpSpPr/>
        <p:nvPr/>
      </p:nvGrpSpPr>
      <p:grpSpPr>
        <a:xfrm>
          <a:off x="0" y="0"/>
          <a:ext cx="0" cy="0"/>
          <a:chOff x="0" y="0"/>
          <a:chExt cx="0" cy="0"/>
        </a:xfrm>
      </p:grpSpPr>
      <p:grpSp>
        <p:nvGrpSpPr>
          <p:cNvPr id="885" name="Google Shape;885;p70"/>
          <p:cNvGrpSpPr/>
          <p:nvPr/>
        </p:nvGrpSpPr>
        <p:grpSpPr>
          <a:xfrm>
            <a:off x="7704171" y="1036593"/>
            <a:ext cx="1439893" cy="3234395"/>
            <a:chOff x="461225" y="3249175"/>
            <a:chExt cx="1110600" cy="2221578"/>
          </a:xfrm>
        </p:grpSpPr>
        <p:grpSp>
          <p:nvGrpSpPr>
            <p:cNvPr id="886" name="Google Shape;886;p70"/>
            <p:cNvGrpSpPr/>
            <p:nvPr/>
          </p:nvGrpSpPr>
          <p:grpSpPr>
            <a:xfrm>
              <a:off x="831422" y="3249175"/>
              <a:ext cx="740403" cy="2221578"/>
              <a:chOff x="831422" y="3249175"/>
              <a:chExt cx="740403" cy="2221578"/>
            </a:xfrm>
          </p:grpSpPr>
          <p:sp>
            <p:nvSpPr>
              <p:cNvPr id="887" name="Google Shape;887;p70"/>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888" name="Google Shape;888;p70"/>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889" name="Google Shape;889;p7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890" name="Google Shape;890;p70"/>
            <p:cNvGrpSpPr/>
            <p:nvPr/>
          </p:nvGrpSpPr>
          <p:grpSpPr>
            <a:xfrm>
              <a:off x="461225" y="3619500"/>
              <a:ext cx="1110600" cy="370200"/>
              <a:chOff x="461225" y="3249175"/>
              <a:chExt cx="1110600" cy="370200"/>
            </a:xfrm>
          </p:grpSpPr>
          <p:sp>
            <p:nvSpPr>
              <p:cNvPr id="891" name="Google Shape;891;p7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892" name="Google Shape;892;p7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893" name="Google Shape;893;p7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894" name="Google Shape;894;p70"/>
            <p:cNvGrpSpPr/>
            <p:nvPr/>
          </p:nvGrpSpPr>
          <p:grpSpPr>
            <a:xfrm>
              <a:off x="461225" y="3989700"/>
              <a:ext cx="1110600" cy="1110726"/>
              <a:chOff x="461225" y="3249175"/>
              <a:chExt cx="1110600" cy="1110726"/>
            </a:xfrm>
          </p:grpSpPr>
          <p:sp>
            <p:nvSpPr>
              <p:cNvPr id="895" name="Google Shape;895;p70"/>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896" name="Google Shape;896;p7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897" name="Google Shape;897;p7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898" name="Google Shape;898;p70"/>
            <p:cNvGrpSpPr/>
            <p:nvPr/>
          </p:nvGrpSpPr>
          <p:grpSpPr>
            <a:xfrm>
              <a:off x="831422" y="4360025"/>
              <a:ext cx="370203" cy="740520"/>
              <a:chOff x="831422" y="3249175"/>
              <a:chExt cx="370203" cy="740520"/>
            </a:xfrm>
          </p:grpSpPr>
          <p:sp>
            <p:nvSpPr>
              <p:cNvPr id="899" name="Google Shape;899;p70"/>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900" name="Google Shape;900;p7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901" name="Google Shape;901;p70"/>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902" name="Google Shape;902;p7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903" name="Google Shape;903;p70"/>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904" name="Google Shape;904;p70"/>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905" name="Google Shape;905;p70"/>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906" name="Google Shape;906;p70"/>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907" name="Google Shape;907;p70"/>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08" name="Google Shape;908;p70"/>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09" name="Google Shape;909;p70"/>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10" name="Google Shape;910;p70"/>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11" name="Google Shape;911;p70"/>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12" name="Google Shape;912;p70"/>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13" name="Google Shape;913;p70"/>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914" name="Shape 914"/>
        <p:cNvGrpSpPr/>
        <p:nvPr/>
      </p:nvGrpSpPr>
      <p:grpSpPr>
        <a:xfrm>
          <a:off x="0" y="0"/>
          <a:ext cx="0" cy="0"/>
          <a:chOff x="0" y="0"/>
          <a:chExt cx="0" cy="0"/>
        </a:xfrm>
      </p:grpSpPr>
      <p:grpSp>
        <p:nvGrpSpPr>
          <p:cNvPr id="915" name="Google Shape;915;p71"/>
          <p:cNvGrpSpPr/>
          <p:nvPr/>
        </p:nvGrpSpPr>
        <p:grpSpPr>
          <a:xfrm>
            <a:off x="0" y="506850"/>
            <a:ext cx="930250" cy="2593175"/>
            <a:chOff x="0" y="506850"/>
            <a:chExt cx="930250" cy="2593175"/>
          </a:xfrm>
        </p:grpSpPr>
        <p:grpSp>
          <p:nvGrpSpPr>
            <p:cNvPr id="916" name="Google Shape;916;p71"/>
            <p:cNvGrpSpPr/>
            <p:nvPr/>
          </p:nvGrpSpPr>
          <p:grpSpPr>
            <a:xfrm>
              <a:off x="0" y="877050"/>
              <a:ext cx="930250" cy="2222975"/>
              <a:chOff x="1233650" y="2421900"/>
              <a:chExt cx="930250" cy="2222975"/>
            </a:xfrm>
          </p:grpSpPr>
          <p:grpSp>
            <p:nvGrpSpPr>
              <p:cNvPr id="917" name="Google Shape;917;p71"/>
              <p:cNvGrpSpPr/>
              <p:nvPr/>
            </p:nvGrpSpPr>
            <p:grpSpPr>
              <a:xfrm>
                <a:off x="1233650" y="2793625"/>
                <a:ext cx="560050" cy="1851250"/>
                <a:chOff x="1381975" y="3249175"/>
                <a:chExt cx="560050" cy="1851250"/>
              </a:xfrm>
            </p:grpSpPr>
            <p:sp>
              <p:nvSpPr>
                <p:cNvPr id="918" name="Google Shape;918;p7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9" name="Google Shape;919;p71"/>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920" name="Google Shape;920;p71"/>
                <p:cNvGrpSpPr/>
                <p:nvPr/>
              </p:nvGrpSpPr>
              <p:grpSpPr>
                <a:xfrm>
                  <a:off x="1381975" y="3989700"/>
                  <a:ext cx="560050" cy="1110725"/>
                  <a:chOff x="1381975" y="3249175"/>
                  <a:chExt cx="560050" cy="1110725"/>
                </a:xfrm>
              </p:grpSpPr>
              <p:sp>
                <p:nvSpPr>
                  <p:cNvPr id="921" name="Google Shape;921;p71"/>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2" name="Google Shape;922;p7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3" name="Google Shape;923;p71"/>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4" name="Google Shape;924;p71"/>
                <p:cNvGrpSpPr/>
                <p:nvPr/>
              </p:nvGrpSpPr>
              <p:grpSpPr>
                <a:xfrm>
                  <a:off x="1381975" y="4360025"/>
                  <a:ext cx="560050" cy="370200"/>
                  <a:chOff x="1381975" y="3249175"/>
                  <a:chExt cx="560050" cy="370200"/>
                </a:xfrm>
              </p:grpSpPr>
              <p:sp>
                <p:nvSpPr>
                  <p:cNvPr id="925" name="Google Shape;925;p71"/>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6" name="Google Shape;926;p7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927" name="Google Shape;927;p71"/>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28" name="Google Shape;928;p71"/>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29" name="Google Shape;929;p71"/>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930" name="Google Shape;930;p7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931" name="Google Shape;931;p71"/>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32" name="Google Shape;932;p71"/>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933" name="Google Shape;933;p71"/>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34" name="Google Shape;934;p71"/>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935" name="Google Shape;935;p71"/>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36" name="Google Shape;936;p71"/>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937" name="Google Shape;937;p71"/>
          <p:cNvGrpSpPr/>
          <p:nvPr/>
        </p:nvGrpSpPr>
        <p:grpSpPr>
          <a:xfrm rot="5400000">
            <a:off x="7381575" y="-838700"/>
            <a:ext cx="930250" cy="2591775"/>
            <a:chOff x="0" y="508250"/>
            <a:chExt cx="930250" cy="2591775"/>
          </a:xfrm>
        </p:grpSpPr>
        <p:grpSp>
          <p:nvGrpSpPr>
            <p:cNvPr id="938" name="Google Shape;938;p71"/>
            <p:cNvGrpSpPr/>
            <p:nvPr/>
          </p:nvGrpSpPr>
          <p:grpSpPr>
            <a:xfrm>
              <a:off x="0" y="877050"/>
              <a:ext cx="930250" cy="2222975"/>
              <a:chOff x="1233650" y="2421900"/>
              <a:chExt cx="930250" cy="2222975"/>
            </a:xfrm>
          </p:grpSpPr>
          <p:grpSp>
            <p:nvGrpSpPr>
              <p:cNvPr id="939" name="Google Shape;939;p71"/>
              <p:cNvGrpSpPr/>
              <p:nvPr/>
            </p:nvGrpSpPr>
            <p:grpSpPr>
              <a:xfrm>
                <a:off x="1233650" y="2793625"/>
                <a:ext cx="930250" cy="1851250"/>
                <a:chOff x="1381975" y="3249175"/>
                <a:chExt cx="930250" cy="1851250"/>
              </a:xfrm>
            </p:grpSpPr>
            <p:grpSp>
              <p:nvGrpSpPr>
                <p:cNvPr id="940" name="Google Shape;940;p71"/>
                <p:cNvGrpSpPr/>
                <p:nvPr/>
              </p:nvGrpSpPr>
              <p:grpSpPr>
                <a:xfrm>
                  <a:off x="1571825" y="3249175"/>
                  <a:ext cx="740400" cy="370200"/>
                  <a:chOff x="1571825" y="3249175"/>
                  <a:chExt cx="740400" cy="370200"/>
                </a:xfrm>
              </p:grpSpPr>
              <p:sp>
                <p:nvSpPr>
                  <p:cNvPr id="941" name="Google Shape;941;p7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2" name="Google Shape;942;p7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43" name="Google Shape;943;p71"/>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944" name="Google Shape;944;p71"/>
                <p:cNvGrpSpPr/>
                <p:nvPr/>
              </p:nvGrpSpPr>
              <p:grpSpPr>
                <a:xfrm>
                  <a:off x="1381975" y="3989700"/>
                  <a:ext cx="560050" cy="1110725"/>
                  <a:chOff x="1381975" y="3249175"/>
                  <a:chExt cx="560050" cy="1110725"/>
                </a:xfrm>
              </p:grpSpPr>
              <p:sp>
                <p:nvSpPr>
                  <p:cNvPr id="945" name="Google Shape;945;p71"/>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6" name="Google Shape;946;p7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7" name="Google Shape;947;p71"/>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48" name="Google Shape;948;p71"/>
                <p:cNvGrpSpPr/>
                <p:nvPr/>
              </p:nvGrpSpPr>
              <p:grpSpPr>
                <a:xfrm>
                  <a:off x="1381975" y="4360025"/>
                  <a:ext cx="560050" cy="370200"/>
                  <a:chOff x="1381975" y="3249175"/>
                  <a:chExt cx="560050" cy="370200"/>
                </a:xfrm>
              </p:grpSpPr>
              <p:sp>
                <p:nvSpPr>
                  <p:cNvPr id="949" name="Google Shape;949;p71"/>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0" name="Google Shape;950;p7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951" name="Google Shape;951;p71"/>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52" name="Google Shape;952;p71"/>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953" name="Google Shape;953;p71"/>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954" name="Google Shape;954;p71"/>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955" name="Google Shape;955;p71"/>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956" name="Google Shape;956;p71"/>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7" name="Google Shape;957;p71"/>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8" name="Google Shape;958;p71"/>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959" name="Google Shape;959;p71"/>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960" name="Google Shape;960;p71"/>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961" name="Google Shape;961;p71"/>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962" name="Google Shape;962;p71"/>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963" name="Google Shape;963;p71"/>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964" name="Shape 964"/>
        <p:cNvGrpSpPr/>
        <p:nvPr/>
      </p:nvGrpSpPr>
      <p:grpSpPr>
        <a:xfrm>
          <a:off x="0" y="0"/>
          <a:ext cx="0" cy="0"/>
          <a:chOff x="0" y="0"/>
          <a:chExt cx="0" cy="0"/>
        </a:xfrm>
      </p:grpSpPr>
      <p:sp>
        <p:nvSpPr>
          <p:cNvPr id="965" name="Google Shape;965;p72"/>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66" name="Google Shape;966;p72"/>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67" name="Google Shape;967;p72"/>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968" name="Google Shape;968;p72"/>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969" name="Google Shape;969;p72"/>
          <p:cNvGrpSpPr/>
          <p:nvPr/>
        </p:nvGrpSpPr>
        <p:grpSpPr>
          <a:xfrm>
            <a:off x="7073603" y="0"/>
            <a:ext cx="2070408" cy="1617374"/>
            <a:chOff x="6787102" y="-57263"/>
            <a:chExt cx="2403260" cy="1877393"/>
          </a:xfrm>
        </p:grpSpPr>
        <p:grpSp>
          <p:nvGrpSpPr>
            <p:cNvPr id="970" name="Google Shape;970;p72"/>
            <p:cNvGrpSpPr/>
            <p:nvPr/>
          </p:nvGrpSpPr>
          <p:grpSpPr>
            <a:xfrm rot="10800000">
              <a:off x="8286413" y="1320355"/>
              <a:ext cx="903863" cy="499775"/>
              <a:chOff x="532097" y="3249175"/>
              <a:chExt cx="669528" cy="370204"/>
            </a:xfrm>
          </p:grpSpPr>
          <p:sp>
            <p:nvSpPr>
              <p:cNvPr id="971" name="Google Shape;971;p72"/>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2" name="Google Shape;972;p7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73" name="Google Shape;973;p72"/>
            <p:cNvGrpSpPr/>
            <p:nvPr/>
          </p:nvGrpSpPr>
          <p:grpSpPr>
            <a:xfrm rot="10800000">
              <a:off x="6787103" y="820419"/>
              <a:ext cx="2402289" cy="499772"/>
              <a:chOff x="532752" y="3249175"/>
              <a:chExt cx="1779473" cy="370202"/>
            </a:xfrm>
          </p:grpSpPr>
          <p:sp>
            <p:nvSpPr>
              <p:cNvPr id="974" name="Google Shape;974;p72"/>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5" name="Google Shape;975;p7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6" name="Google Shape;976;p7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7" name="Google Shape;977;p7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78" name="Google Shape;978;p72"/>
            <p:cNvGrpSpPr/>
            <p:nvPr/>
          </p:nvGrpSpPr>
          <p:grpSpPr>
            <a:xfrm rot="10800000">
              <a:off x="7286873" y="320651"/>
              <a:ext cx="1499310" cy="499770"/>
              <a:chOff x="831425" y="3249175"/>
              <a:chExt cx="1110600" cy="370200"/>
            </a:xfrm>
          </p:grpSpPr>
          <p:sp>
            <p:nvSpPr>
              <p:cNvPr id="979" name="Google Shape;979;p7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0" name="Google Shape;980;p7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1" name="Google Shape;981;p7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2" name="Google Shape;982;p72"/>
            <p:cNvGrpSpPr/>
            <p:nvPr/>
          </p:nvGrpSpPr>
          <p:grpSpPr>
            <a:xfrm rot="10800000">
              <a:off x="6787102" y="-57263"/>
              <a:ext cx="2403260" cy="377865"/>
              <a:chOff x="532032" y="3249173"/>
              <a:chExt cx="1780193" cy="370202"/>
            </a:xfrm>
          </p:grpSpPr>
          <p:sp>
            <p:nvSpPr>
              <p:cNvPr id="983" name="Google Shape;983;p72"/>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4" name="Google Shape;984;p72"/>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5" name="Google Shape;985;p7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6" name="Google Shape;986;p7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7" name="Google Shape;987;p7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988" name="Google Shape;988;p72"/>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9" name="Google Shape;989;p72"/>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0" name="Google Shape;990;p72"/>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1" name="Google Shape;991;p72"/>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2" name="Google Shape;992;p7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993" name="Google Shape;993;p72"/>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994" name="Google Shape;994;p72"/>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995" name="Google Shape;995;p72"/>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6" name="Google Shape;996;p72"/>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7" name="Google Shape;997;p72"/>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8" name="Google Shape;998;p72"/>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9" name="Google Shape;999;p7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1000" name="Shape 1000"/>
        <p:cNvGrpSpPr/>
        <p:nvPr/>
      </p:nvGrpSpPr>
      <p:grpSpPr>
        <a:xfrm>
          <a:off x="0" y="0"/>
          <a:ext cx="0" cy="0"/>
          <a:chOff x="0" y="0"/>
          <a:chExt cx="0" cy="0"/>
        </a:xfrm>
      </p:grpSpPr>
      <p:sp>
        <p:nvSpPr>
          <p:cNvPr id="1001" name="Google Shape;1001;p73"/>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02" name="Google Shape;1002;p73"/>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03" name="Google Shape;1003;p73"/>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04" name="Google Shape;1004;p73"/>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1005" name="Google Shape;1005;p73"/>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006" name="Google Shape;1006;p73"/>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1007" name="Google Shape;1007;p73"/>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1008" name="Google Shape;1008;p73"/>
          <p:cNvGrpSpPr/>
          <p:nvPr/>
        </p:nvGrpSpPr>
        <p:grpSpPr>
          <a:xfrm>
            <a:off x="7073603" y="0"/>
            <a:ext cx="2070408" cy="1617374"/>
            <a:chOff x="6787102" y="-57263"/>
            <a:chExt cx="2403260" cy="1877393"/>
          </a:xfrm>
        </p:grpSpPr>
        <p:grpSp>
          <p:nvGrpSpPr>
            <p:cNvPr id="1009" name="Google Shape;1009;p73"/>
            <p:cNvGrpSpPr/>
            <p:nvPr/>
          </p:nvGrpSpPr>
          <p:grpSpPr>
            <a:xfrm rot="10800000">
              <a:off x="8286413" y="1320355"/>
              <a:ext cx="903863" cy="499775"/>
              <a:chOff x="532097" y="3249175"/>
              <a:chExt cx="669528" cy="370204"/>
            </a:xfrm>
          </p:grpSpPr>
          <p:sp>
            <p:nvSpPr>
              <p:cNvPr id="1010" name="Google Shape;1010;p73"/>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1" name="Google Shape;1011;p73"/>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12" name="Google Shape;1012;p73"/>
            <p:cNvGrpSpPr/>
            <p:nvPr/>
          </p:nvGrpSpPr>
          <p:grpSpPr>
            <a:xfrm rot="10800000">
              <a:off x="6787103" y="820419"/>
              <a:ext cx="2402289" cy="499772"/>
              <a:chOff x="532752" y="3249175"/>
              <a:chExt cx="1779473" cy="370202"/>
            </a:xfrm>
          </p:grpSpPr>
          <p:sp>
            <p:nvSpPr>
              <p:cNvPr id="1013" name="Google Shape;1013;p73"/>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4" name="Google Shape;1014;p73"/>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5" name="Google Shape;1015;p73"/>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6" name="Google Shape;1016;p73"/>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17" name="Google Shape;1017;p73"/>
            <p:cNvGrpSpPr/>
            <p:nvPr/>
          </p:nvGrpSpPr>
          <p:grpSpPr>
            <a:xfrm rot="10800000">
              <a:off x="7286873" y="320651"/>
              <a:ext cx="1499310" cy="499770"/>
              <a:chOff x="831425" y="3249175"/>
              <a:chExt cx="1110600" cy="370200"/>
            </a:xfrm>
          </p:grpSpPr>
          <p:sp>
            <p:nvSpPr>
              <p:cNvPr id="1018" name="Google Shape;1018;p73"/>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9" name="Google Shape;1019;p73"/>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0" name="Google Shape;1020;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21" name="Google Shape;1021;p73"/>
            <p:cNvGrpSpPr/>
            <p:nvPr/>
          </p:nvGrpSpPr>
          <p:grpSpPr>
            <a:xfrm rot="10800000">
              <a:off x="6787102" y="-57263"/>
              <a:ext cx="2403260" cy="377865"/>
              <a:chOff x="532032" y="3249173"/>
              <a:chExt cx="1780193" cy="370202"/>
            </a:xfrm>
          </p:grpSpPr>
          <p:sp>
            <p:nvSpPr>
              <p:cNvPr id="1022" name="Google Shape;1022;p73"/>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3" name="Google Shape;1023;p73"/>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4" name="Google Shape;1024;p73"/>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5" name="Google Shape;1025;p73"/>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6" name="Google Shape;1026;p73"/>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27" name="Google Shape;1027;p73"/>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8" name="Google Shape;1028;p73"/>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9" name="Google Shape;1029;p73"/>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0" name="Google Shape;1030;p73"/>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1" name="Google Shape;1031;p73"/>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32" name="Google Shape;1032;p73"/>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33" name="Google Shape;1033;p73"/>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34" name="Google Shape;1034;p73"/>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1035" name="Google Shape;1035;p73"/>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36" name="Google Shape;1036;p73"/>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37" name="Google Shape;1037;p73"/>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38" name="Google Shape;1038;p73"/>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1039" name="Google Shape;1039;p73"/>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1040" name="Google Shape;1040;p73"/>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1041" name="Shape 1041"/>
        <p:cNvGrpSpPr/>
        <p:nvPr/>
      </p:nvGrpSpPr>
      <p:grpSpPr>
        <a:xfrm>
          <a:off x="0" y="0"/>
          <a:ext cx="0" cy="0"/>
          <a:chOff x="0" y="0"/>
          <a:chExt cx="0" cy="0"/>
        </a:xfrm>
      </p:grpSpPr>
      <p:sp>
        <p:nvSpPr>
          <p:cNvPr id="1042" name="Google Shape;1042;p74"/>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043" name="Google Shape;1043;p74"/>
          <p:cNvGrpSpPr/>
          <p:nvPr/>
        </p:nvGrpSpPr>
        <p:grpSpPr>
          <a:xfrm rot="10800000">
            <a:off x="5657179" y="-1"/>
            <a:ext cx="3486840" cy="2906092"/>
            <a:chOff x="312900" y="2793625"/>
            <a:chExt cx="2221200" cy="1851250"/>
          </a:xfrm>
        </p:grpSpPr>
        <p:grpSp>
          <p:nvGrpSpPr>
            <p:cNvPr id="1044" name="Google Shape;1044;p74"/>
            <p:cNvGrpSpPr/>
            <p:nvPr/>
          </p:nvGrpSpPr>
          <p:grpSpPr>
            <a:xfrm>
              <a:off x="312900" y="2793625"/>
              <a:ext cx="1851000" cy="1851250"/>
              <a:chOff x="461225" y="3249175"/>
              <a:chExt cx="1851000" cy="1851250"/>
            </a:xfrm>
          </p:grpSpPr>
          <p:grpSp>
            <p:nvGrpSpPr>
              <p:cNvPr id="1045" name="Google Shape;1045;p74"/>
              <p:cNvGrpSpPr/>
              <p:nvPr/>
            </p:nvGrpSpPr>
            <p:grpSpPr>
              <a:xfrm>
                <a:off x="461225" y="3249175"/>
                <a:ext cx="1851000" cy="370200"/>
                <a:chOff x="461225" y="3249175"/>
                <a:chExt cx="1851000" cy="370200"/>
              </a:xfrm>
            </p:grpSpPr>
            <p:sp>
              <p:nvSpPr>
                <p:cNvPr id="1046" name="Google Shape;1046;p7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7" name="Google Shape;1047;p7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8" name="Google Shape;1048;p7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9" name="Google Shape;1049;p7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50" name="Google Shape;1050;p74"/>
              <p:cNvGrpSpPr/>
              <p:nvPr/>
            </p:nvGrpSpPr>
            <p:grpSpPr>
              <a:xfrm>
                <a:off x="461225" y="3619500"/>
                <a:ext cx="1851000" cy="370200"/>
                <a:chOff x="461225" y="3249175"/>
                <a:chExt cx="1851000" cy="370200"/>
              </a:xfrm>
            </p:grpSpPr>
            <p:sp>
              <p:nvSpPr>
                <p:cNvPr id="1051" name="Google Shape;1051;p7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2" name="Google Shape;1052;p7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3" name="Google Shape;1053;p7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4" name="Google Shape;1054;p7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5" name="Google Shape;1055;p7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56" name="Google Shape;1056;p74"/>
              <p:cNvGrpSpPr/>
              <p:nvPr/>
            </p:nvGrpSpPr>
            <p:grpSpPr>
              <a:xfrm>
                <a:off x="461225" y="3989700"/>
                <a:ext cx="1480800" cy="1110725"/>
                <a:chOff x="461225" y="3249175"/>
                <a:chExt cx="1480800" cy="1110725"/>
              </a:xfrm>
            </p:grpSpPr>
            <p:sp>
              <p:nvSpPr>
                <p:cNvPr id="1057" name="Google Shape;1057;p7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8" name="Google Shape;1058;p7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9" name="Google Shape;1059;p7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0" name="Google Shape;1060;p74"/>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61" name="Google Shape;1061;p74"/>
              <p:cNvGrpSpPr/>
              <p:nvPr/>
            </p:nvGrpSpPr>
            <p:grpSpPr>
              <a:xfrm>
                <a:off x="831425" y="4360025"/>
                <a:ext cx="1480800" cy="370200"/>
                <a:chOff x="831425" y="3249175"/>
                <a:chExt cx="1480800" cy="370200"/>
              </a:xfrm>
            </p:grpSpPr>
            <p:sp>
              <p:nvSpPr>
                <p:cNvPr id="1062" name="Google Shape;1062;p7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3" name="Google Shape;1063;p7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4" name="Google Shape;1064;p7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5" name="Google Shape;1065;p7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66" name="Google Shape;1066;p74"/>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67" name="Google Shape;1067;p74"/>
          <p:cNvSpPr/>
          <p:nvPr>
            <p:ph idx="2" type="pic"/>
          </p:nvPr>
        </p:nvSpPr>
        <p:spPr>
          <a:xfrm>
            <a:off x="1200750" y="984738"/>
            <a:ext cx="1649400" cy="1649400"/>
          </a:xfrm>
          <a:prstGeom prst="ellipse">
            <a:avLst/>
          </a:prstGeom>
          <a:noFill/>
          <a:ln>
            <a:noFill/>
          </a:ln>
        </p:spPr>
      </p:sp>
      <p:sp>
        <p:nvSpPr>
          <p:cNvPr id="1068" name="Google Shape;1068;p74"/>
          <p:cNvSpPr/>
          <p:nvPr>
            <p:ph idx="3" type="pic"/>
          </p:nvPr>
        </p:nvSpPr>
        <p:spPr>
          <a:xfrm>
            <a:off x="3747300" y="921988"/>
            <a:ext cx="1649400" cy="1649400"/>
          </a:xfrm>
          <a:prstGeom prst="ellipse">
            <a:avLst/>
          </a:prstGeom>
          <a:noFill/>
          <a:ln>
            <a:noFill/>
          </a:ln>
        </p:spPr>
      </p:sp>
      <p:sp>
        <p:nvSpPr>
          <p:cNvPr id="1069" name="Google Shape;1069;p74"/>
          <p:cNvSpPr/>
          <p:nvPr>
            <p:ph idx="4" type="pic"/>
          </p:nvPr>
        </p:nvSpPr>
        <p:spPr>
          <a:xfrm>
            <a:off x="6080650" y="941438"/>
            <a:ext cx="1649400" cy="1649400"/>
          </a:xfrm>
          <a:prstGeom prst="ellipse">
            <a:avLst/>
          </a:prstGeom>
          <a:noFill/>
          <a:ln>
            <a:noFill/>
          </a:ln>
        </p:spPr>
      </p:sp>
      <p:sp>
        <p:nvSpPr>
          <p:cNvPr id="1070" name="Google Shape;1070;p74"/>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071" name="Google Shape;1071;p74"/>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072" name="Google Shape;1072;p74"/>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073" name="Google Shape;1073;p74"/>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074" name="Google Shape;1074;p74"/>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075" name="Google Shape;1075;p74"/>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1076" name="Google Shape;1076;p74"/>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077" name="Google Shape;1077;p7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78" name="Shape 1078"/>
        <p:cNvGrpSpPr/>
        <p:nvPr/>
      </p:nvGrpSpPr>
      <p:grpSpPr>
        <a:xfrm>
          <a:off x="0" y="0"/>
          <a:ext cx="0" cy="0"/>
          <a:chOff x="0" y="0"/>
          <a:chExt cx="0" cy="0"/>
        </a:xfrm>
      </p:grpSpPr>
      <p:sp>
        <p:nvSpPr>
          <p:cNvPr id="1079" name="Google Shape;1079;p7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80" name="Google Shape;1080;p7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081" name="Shape 1081"/>
        <p:cNvGrpSpPr/>
        <p:nvPr/>
      </p:nvGrpSpPr>
      <p:grpSpPr>
        <a:xfrm>
          <a:off x="0" y="0"/>
          <a:ext cx="0" cy="0"/>
          <a:chOff x="0" y="0"/>
          <a:chExt cx="0" cy="0"/>
        </a:xfrm>
      </p:grpSpPr>
      <p:sp>
        <p:nvSpPr>
          <p:cNvPr id="1082" name="Google Shape;1082;p7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083" name="Shape 1083"/>
        <p:cNvGrpSpPr/>
        <p:nvPr/>
      </p:nvGrpSpPr>
      <p:grpSpPr>
        <a:xfrm>
          <a:off x="0" y="0"/>
          <a:ext cx="0" cy="0"/>
          <a:chOff x="0" y="0"/>
          <a:chExt cx="0" cy="0"/>
        </a:xfrm>
      </p:grpSpPr>
      <p:sp>
        <p:nvSpPr>
          <p:cNvPr id="1084" name="Google Shape;1084;p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85" name="Google Shape;1085;p7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086" name="Shape 1086"/>
        <p:cNvGrpSpPr/>
        <p:nvPr/>
      </p:nvGrpSpPr>
      <p:grpSpPr>
        <a:xfrm>
          <a:off x="0" y="0"/>
          <a:ext cx="0" cy="0"/>
          <a:chOff x="0" y="0"/>
          <a:chExt cx="0" cy="0"/>
        </a:xfrm>
      </p:grpSpPr>
      <p:sp>
        <p:nvSpPr>
          <p:cNvPr id="1087" name="Google Shape;1087;p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88" name="Google Shape;1088;p7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89" name="Google Shape;1089;p7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090" name="Shape 1090"/>
        <p:cNvGrpSpPr/>
        <p:nvPr/>
      </p:nvGrpSpPr>
      <p:grpSpPr>
        <a:xfrm>
          <a:off x="0" y="0"/>
          <a:ext cx="0" cy="0"/>
          <a:chOff x="0" y="0"/>
          <a:chExt cx="0" cy="0"/>
        </a:xfrm>
      </p:grpSpPr>
      <p:sp>
        <p:nvSpPr>
          <p:cNvPr id="1091" name="Google Shape;1091;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092" name="Shape 1092"/>
        <p:cNvGrpSpPr/>
        <p:nvPr/>
      </p:nvGrpSpPr>
      <p:grpSpPr>
        <a:xfrm>
          <a:off x="0" y="0"/>
          <a:ext cx="0" cy="0"/>
          <a:chOff x="0" y="0"/>
          <a:chExt cx="0" cy="0"/>
        </a:xfrm>
      </p:grpSpPr>
      <p:sp>
        <p:nvSpPr>
          <p:cNvPr id="1093" name="Google Shape;1093;p8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94" name="Google Shape;1094;p8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095" name="Shape 1095"/>
        <p:cNvGrpSpPr/>
        <p:nvPr/>
      </p:nvGrpSpPr>
      <p:grpSpPr>
        <a:xfrm>
          <a:off x="0" y="0"/>
          <a:ext cx="0" cy="0"/>
          <a:chOff x="0" y="0"/>
          <a:chExt cx="0" cy="0"/>
        </a:xfrm>
      </p:grpSpPr>
      <p:sp>
        <p:nvSpPr>
          <p:cNvPr id="1096" name="Google Shape;1096;p8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097" name="Shape 1097"/>
        <p:cNvGrpSpPr/>
        <p:nvPr/>
      </p:nvGrpSpPr>
      <p:grpSpPr>
        <a:xfrm>
          <a:off x="0" y="0"/>
          <a:ext cx="0" cy="0"/>
          <a:chOff x="0" y="0"/>
          <a:chExt cx="0" cy="0"/>
        </a:xfrm>
      </p:grpSpPr>
      <p:sp>
        <p:nvSpPr>
          <p:cNvPr id="1098" name="Google Shape;1098;p8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99" name="Google Shape;1099;p8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100" name="Google Shape;1100;p8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101" name="Shape 1101"/>
        <p:cNvGrpSpPr/>
        <p:nvPr/>
      </p:nvGrpSpPr>
      <p:grpSpPr>
        <a:xfrm>
          <a:off x="0" y="0"/>
          <a:ext cx="0" cy="0"/>
          <a:chOff x="0" y="0"/>
          <a:chExt cx="0" cy="0"/>
        </a:xfrm>
      </p:grpSpPr>
      <p:sp>
        <p:nvSpPr>
          <p:cNvPr id="1102" name="Google Shape;1102;p8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03" name="Shape 1103"/>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104" name="Shape 1104"/>
        <p:cNvGrpSpPr/>
        <p:nvPr/>
      </p:nvGrpSpPr>
      <p:grpSpPr>
        <a:xfrm>
          <a:off x="0" y="0"/>
          <a:ext cx="0" cy="0"/>
          <a:chOff x="0" y="0"/>
          <a:chExt cx="0" cy="0"/>
        </a:xfrm>
      </p:grpSpPr>
      <p:sp>
        <p:nvSpPr>
          <p:cNvPr id="1105" name="Google Shape;1105;p8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06" name="Google Shape;1106;p8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07" name="Google Shape;1107;p8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08" name="Google Shape;1108;p8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09" name="Google Shape;1109;p8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10" name="Google Shape;1110;p8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11" name="Google Shape;1111;p8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112" name="Shape 1112"/>
        <p:cNvGrpSpPr/>
        <p:nvPr/>
      </p:nvGrpSpPr>
      <p:grpSpPr>
        <a:xfrm>
          <a:off x="0" y="0"/>
          <a:ext cx="0" cy="0"/>
          <a:chOff x="0" y="0"/>
          <a:chExt cx="0" cy="0"/>
        </a:xfrm>
      </p:grpSpPr>
      <p:sp>
        <p:nvSpPr>
          <p:cNvPr id="1113" name="Google Shape;1113;p8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14" name="Google Shape;1114;p8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15" name="Google Shape;1115;p8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116" name="Shape 1116"/>
        <p:cNvGrpSpPr/>
        <p:nvPr/>
      </p:nvGrpSpPr>
      <p:grpSpPr>
        <a:xfrm>
          <a:off x="0" y="0"/>
          <a:ext cx="0" cy="0"/>
          <a:chOff x="0" y="0"/>
          <a:chExt cx="0" cy="0"/>
        </a:xfrm>
      </p:grpSpPr>
      <p:sp>
        <p:nvSpPr>
          <p:cNvPr id="1117" name="Google Shape;1117;p8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18" name="Google Shape;1118;p8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19" name="Google Shape;1119;p8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20" name="Google Shape;1120;p8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21" name="Google Shape;1121;p8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122" name="Shape 1122"/>
        <p:cNvGrpSpPr/>
        <p:nvPr/>
      </p:nvGrpSpPr>
      <p:grpSpPr>
        <a:xfrm>
          <a:off x="0" y="0"/>
          <a:ext cx="0" cy="0"/>
          <a:chOff x="0" y="0"/>
          <a:chExt cx="0" cy="0"/>
        </a:xfrm>
      </p:grpSpPr>
      <p:sp>
        <p:nvSpPr>
          <p:cNvPr id="1123" name="Google Shape;1123;p8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24" name="Google Shape;1124;p8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25" name="Google Shape;1125;p8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26" name="Google Shape;1126;p8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27" name="Google Shape;1127;p8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28" name="Google Shape;1128;p8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29" name="Google Shape;1129;p8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1130" name="Shape 1130"/>
        <p:cNvGrpSpPr/>
        <p:nvPr/>
      </p:nvGrpSpPr>
      <p:grpSpPr>
        <a:xfrm>
          <a:off x="0" y="0"/>
          <a:ext cx="0" cy="0"/>
          <a:chOff x="0" y="0"/>
          <a:chExt cx="0" cy="0"/>
        </a:xfrm>
      </p:grpSpPr>
      <p:sp>
        <p:nvSpPr>
          <p:cNvPr id="1131" name="Google Shape;1131;p8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32" name="Google Shape;1132;p8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3" name="Google Shape;1133;p8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4" name="Google Shape;1134;p8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5" name="Google Shape;1135;p8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36" name="Google Shape;1136;p8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37" name="Google Shape;1137;p8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38" name="Google Shape;1138;p8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39" name="Google Shape;1139;p8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140" name="Shape 1140"/>
        <p:cNvGrpSpPr/>
        <p:nvPr/>
      </p:nvGrpSpPr>
      <p:grpSpPr>
        <a:xfrm>
          <a:off x="0" y="0"/>
          <a:ext cx="0" cy="0"/>
          <a:chOff x="0" y="0"/>
          <a:chExt cx="0" cy="0"/>
        </a:xfrm>
      </p:grpSpPr>
      <p:sp>
        <p:nvSpPr>
          <p:cNvPr id="1141" name="Google Shape;1141;p9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42" name="Google Shape;1142;p9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143" name="Shape 1143"/>
        <p:cNvGrpSpPr/>
        <p:nvPr/>
      </p:nvGrpSpPr>
      <p:grpSpPr>
        <a:xfrm>
          <a:off x="0" y="0"/>
          <a:ext cx="0" cy="0"/>
          <a:chOff x="0" y="0"/>
          <a:chExt cx="0" cy="0"/>
        </a:xfrm>
      </p:grpSpPr>
      <p:sp>
        <p:nvSpPr>
          <p:cNvPr id="1144" name="Google Shape;1144;p9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45" name="Google Shape;1145;p91"/>
          <p:cNvSpPr/>
          <p:nvPr>
            <p:ph idx="2" type="pic"/>
          </p:nvPr>
        </p:nvSpPr>
        <p:spPr>
          <a:xfrm>
            <a:off x="4804825" y="1133300"/>
            <a:ext cx="4027500" cy="2392800"/>
          </a:xfrm>
          <a:prstGeom prst="rect">
            <a:avLst/>
          </a:prstGeom>
          <a:noFill/>
          <a:ln>
            <a:noFill/>
          </a:ln>
        </p:spPr>
      </p:sp>
      <p:sp>
        <p:nvSpPr>
          <p:cNvPr id="1146" name="Google Shape;1146;p91"/>
          <p:cNvSpPr/>
          <p:nvPr>
            <p:ph idx="3" type="pic"/>
          </p:nvPr>
        </p:nvSpPr>
        <p:spPr>
          <a:xfrm>
            <a:off x="311725" y="1133300"/>
            <a:ext cx="4027500" cy="2392800"/>
          </a:xfrm>
          <a:prstGeom prst="rect">
            <a:avLst/>
          </a:prstGeom>
          <a:noFill/>
          <a:ln>
            <a:noFill/>
          </a:ln>
        </p:spPr>
      </p:sp>
      <p:sp>
        <p:nvSpPr>
          <p:cNvPr id="1147" name="Google Shape;1147;p9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8" name="Google Shape;1148;p9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49" name="Google Shape;1149;p9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0" name="Google Shape;1150;p9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151" name="Shape 1151"/>
        <p:cNvGrpSpPr/>
        <p:nvPr/>
      </p:nvGrpSpPr>
      <p:grpSpPr>
        <a:xfrm>
          <a:off x="0" y="0"/>
          <a:ext cx="0" cy="0"/>
          <a:chOff x="0" y="0"/>
          <a:chExt cx="0" cy="0"/>
        </a:xfrm>
      </p:grpSpPr>
      <p:sp>
        <p:nvSpPr>
          <p:cNvPr id="1152" name="Google Shape;1152;p9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153" name="Google Shape;1153;p92"/>
          <p:cNvSpPr/>
          <p:nvPr>
            <p:ph idx="2" type="pic"/>
          </p:nvPr>
        </p:nvSpPr>
        <p:spPr>
          <a:xfrm>
            <a:off x="6205225" y="1128325"/>
            <a:ext cx="2627100" cy="2273100"/>
          </a:xfrm>
          <a:prstGeom prst="rect">
            <a:avLst/>
          </a:prstGeom>
          <a:noFill/>
          <a:ln>
            <a:noFill/>
          </a:ln>
        </p:spPr>
      </p:sp>
      <p:sp>
        <p:nvSpPr>
          <p:cNvPr id="1154" name="Google Shape;1154;p92"/>
          <p:cNvSpPr/>
          <p:nvPr>
            <p:ph idx="3" type="pic"/>
          </p:nvPr>
        </p:nvSpPr>
        <p:spPr>
          <a:xfrm>
            <a:off x="311725" y="1128325"/>
            <a:ext cx="2627100" cy="2273100"/>
          </a:xfrm>
          <a:prstGeom prst="rect">
            <a:avLst/>
          </a:prstGeom>
          <a:noFill/>
          <a:ln>
            <a:noFill/>
          </a:ln>
        </p:spPr>
      </p:sp>
      <p:sp>
        <p:nvSpPr>
          <p:cNvPr id="1155" name="Google Shape;1155;p9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6" name="Google Shape;1156;p92"/>
          <p:cNvSpPr/>
          <p:nvPr>
            <p:ph idx="5" type="pic"/>
          </p:nvPr>
        </p:nvSpPr>
        <p:spPr>
          <a:xfrm>
            <a:off x="3255250" y="1128325"/>
            <a:ext cx="2627100" cy="2273100"/>
          </a:xfrm>
          <a:prstGeom prst="rect">
            <a:avLst/>
          </a:prstGeom>
          <a:noFill/>
          <a:ln>
            <a:noFill/>
          </a:ln>
        </p:spPr>
      </p:sp>
      <p:sp>
        <p:nvSpPr>
          <p:cNvPr id="1157" name="Google Shape;1157;p9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8" name="Google Shape;1158;p9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59" name="Google Shape;1159;p9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60" name="Google Shape;1160;p9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61" name="Google Shape;1161;p9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162" name="Shape 1162"/>
        <p:cNvGrpSpPr/>
        <p:nvPr/>
      </p:nvGrpSpPr>
      <p:grpSpPr>
        <a:xfrm>
          <a:off x="0" y="0"/>
          <a:ext cx="0" cy="0"/>
          <a:chOff x="0" y="0"/>
          <a:chExt cx="0" cy="0"/>
        </a:xfrm>
      </p:grpSpPr>
      <p:sp>
        <p:nvSpPr>
          <p:cNvPr id="1163" name="Google Shape;1163;p9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164" name="Shape 1164"/>
        <p:cNvGrpSpPr/>
        <p:nvPr/>
      </p:nvGrpSpPr>
      <p:grpSpPr>
        <a:xfrm>
          <a:off x="0" y="0"/>
          <a:ext cx="0" cy="0"/>
          <a:chOff x="0" y="0"/>
          <a:chExt cx="0" cy="0"/>
        </a:xfrm>
      </p:grpSpPr>
      <p:sp>
        <p:nvSpPr>
          <p:cNvPr id="1165" name="Google Shape;1165;p94"/>
          <p:cNvSpPr/>
          <p:nvPr>
            <p:ph idx="2" type="pic"/>
          </p:nvPr>
        </p:nvSpPr>
        <p:spPr>
          <a:xfrm>
            <a:off x="3389600" y="118913"/>
            <a:ext cx="1643700" cy="1535100"/>
          </a:xfrm>
          <a:prstGeom prst="rect">
            <a:avLst/>
          </a:prstGeom>
          <a:noFill/>
          <a:ln>
            <a:noFill/>
          </a:ln>
        </p:spPr>
      </p:sp>
      <p:sp>
        <p:nvSpPr>
          <p:cNvPr id="1166" name="Google Shape;1166;p94"/>
          <p:cNvSpPr/>
          <p:nvPr>
            <p:ph idx="3" type="pic"/>
          </p:nvPr>
        </p:nvSpPr>
        <p:spPr>
          <a:xfrm>
            <a:off x="5195935" y="118913"/>
            <a:ext cx="1643700" cy="1535100"/>
          </a:xfrm>
          <a:prstGeom prst="rect">
            <a:avLst/>
          </a:prstGeom>
          <a:noFill/>
          <a:ln>
            <a:noFill/>
          </a:ln>
        </p:spPr>
      </p:sp>
      <p:sp>
        <p:nvSpPr>
          <p:cNvPr id="1167" name="Google Shape;1167;p94"/>
          <p:cNvSpPr/>
          <p:nvPr>
            <p:ph idx="4" type="pic"/>
          </p:nvPr>
        </p:nvSpPr>
        <p:spPr>
          <a:xfrm>
            <a:off x="7002270" y="118913"/>
            <a:ext cx="1643700" cy="1535100"/>
          </a:xfrm>
          <a:prstGeom prst="rect">
            <a:avLst/>
          </a:prstGeom>
          <a:noFill/>
          <a:ln>
            <a:noFill/>
          </a:ln>
        </p:spPr>
      </p:sp>
      <p:sp>
        <p:nvSpPr>
          <p:cNvPr id="1168" name="Google Shape;1168;p94"/>
          <p:cNvSpPr/>
          <p:nvPr>
            <p:ph idx="5" type="pic"/>
          </p:nvPr>
        </p:nvSpPr>
        <p:spPr>
          <a:xfrm>
            <a:off x="3389588" y="1804212"/>
            <a:ext cx="1643700" cy="1535100"/>
          </a:xfrm>
          <a:prstGeom prst="rect">
            <a:avLst/>
          </a:prstGeom>
          <a:noFill/>
          <a:ln>
            <a:noFill/>
          </a:ln>
        </p:spPr>
      </p:sp>
      <p:sp>
        <p:nvSpPr>
          <p:cNvPr id="1169" name="Google Shape;1169;p94"/>
          <p:cNvSpPr/>
          <p:nvPr>
            <p:ph idx="6" type="pic"/>
          </p:nvPr>
        </p:nvSpPr>
        <p:spPr>
          <a:xfrm>
            <a:off x="5195922" y="1804212"/>
            <a:ext cx="1643700" cy="1535100"/>
          </a:xfrm>
          <a:prstGeom prst="rect">
            <a:avLst/>
          </a:prstGeom>
          <a:noFill/>
          <a:ln>
            <a:noFill/>
          </a:ln>
        </p:spPr>
      </p:sp>
      <p:sp>
        <p:nvSpPr>
          <p:cNvPr id="1170" name="Google Shape;1170;p94"/>
          <p:cNvSpPr/>
          <p:nvPr>
            <p:ph idx="7" type="pic"/>
          </p:nvPr>
        </p:nvSpPr>
        <p:spPr>
          <a:xfrm>
            <a:off x="7002257" y="1804212"/>
            <a:ext cx="1643700" cy="1535100"/>
          </a:xfrm>
          <a:prstGeom prst="rect">
            <a:avLst/>
          </a:prstGeom>
          <a:noFill/>
          <a:ln>
            <a:noFill/>
          </a:ln>
        </p:spPr>
      </p:sp>
      <p:sp>
        <p:nvSpPr>
          <p:cNvPr id="1171" name="Google Shape;1171;p9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2" name="Google Shape;1172;p94"/>
          <p:cNvSpPr/>
          <p:nvPr>
            <p:ph idx="8" type="pic"/>
          </p:nvPr>
        </p:nvSpPr>
        <p:spPr>
          <a:xfrm>
            <a:off x="3389588" y="3489487"/>
            <a:ext cx="1643700" cy="1535100"/>
          </a:xfrm>
          <a:prstGeom prst="rect">
            <a:avLst/>
          </a:prstGeom>
          <a:noFill/>
          <a:ln>
            <a:noFill/>
          </a:ln>
        </p:spPr>
      </p:sp>
      <p:sp>
        <p:nvSpPr>
          <p:cNvPr id="1173" name="Google Shape;1173;p94"/>
          <p:cNvSpPr/>
          <p:nvPr>
            <p:ph idx="9" type="pic"/>
          </p:nvPr>
        </p:nvSpPr>
        <p:spPr>
          <a:xfrm>
            <a:off x="5195922" y="3489487"/>
            <a:ext cx="1643700" cy="1535100"/>
          </a:xfrm>
          <a:prstGeom prst="rect">
            <a:avLst/>
          </a:prstGeom>
          <a:noFill/>
          <a:ln>
            <a:noFill/>
          </a:ln>
        </p:spPr>
      </p:sp>
      <p:sp>
        <p:nvSpPr>
          <p:cNvPr id="1174" name="Google Shape;1174;p9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3.xml"/><Relationship Id="rId42" Type="http://schemas.openxmlformats.org/officeDocument/2006/relationships/slideLayout" Target="../slideLayouts/slideLayout85.xml"/><Relationship Id="rId41" Type="http://schemas.openxmlformats.org/officeDocument/2006/relationships/slideLayout" Target="../slideLayouts/slideLayout84.xml"/><Relationship Id="rId44" Type="http://schemas.openxmlformats.org/officeDocument/2006/relationships/slideLayout" Target="../slideLayouts/slideLayout87.xml"/><Relationship Id="rId43" Type="http://schemas.openxmlformats.org/officeDocument/2006/relationships/slideLayout" Target="../slideLayouts/slideLayout86.xml"/><Relationship Id="rId46" Type="http://schemas.openxmlformats.org/officeDocument/2006/relationships/slideLayout" Target="../slideLayouts/slideLayout89.xml"/><Relationship Id="rId45" Type="http://schemas.openxmlformats.org/officeDocument/2006/relationships/slideLayout" Target="../slideLayouts/slideLayout88.xml"/><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9" Type="http://schemas.openxmlformats.org/officeDocument/2006/relationships/slideLayout" Target="../slideLayouts/slideLayout52.xml"/><Relationship Id="rId48" Type="http://schemas.openxmlformats.org/officeDocument/2006/relationships/slideLayout" Target="../slideLayouts/slideLayout91.xml"/><Relationship Id="rId47" Type="http://schemas.openxmlformats.org/officeDocument/2006/relationships/slideLayout" Target="../slideLayouts/slideLayout90.xml"/><Relationship Id="rId49" Type="http://schemas.openxmlformats.org/officeDocument/2006/relationships/slideLayout" Target="../slideLayouts/slideLayout92.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31" Type="http://schemas.openxmlformats.org/officeDocument/2006/relationships/slideLayout" Target="../slideLayouts/slideLayout74.xml"/><Relationship Id="rId30" Type="http://schemas.openxmlformats.org/officeDocument/2006/relationships/slideLayout" Target="../slideLayouts/slideLayout73.xml"/><Relationship Id="rId33" Type="http://schemas.openxmlformats.org/officeDocument/2006/relationships/slideLayout" Target="../slideLayouts/slideLayout76.xml"/><Relationship Id="rId32" Type="http://schemas.openxmlformats.org/officeDocument/2006/relationships/slideLayout" Target="../slideLayouts/slideLayout75.xml"/><Relationship Id="rId35" Type="http://schemas.openxmlformats.org/officeDocument/2006/relationships/slideLayout" Target="../slideLayouts/slideLayout78.xml"/><Relationship Id="rId34" Type="http://schemas.openxmlformats.org/officeDocument/2006/relationships/slideLayout" Target="../slideLayouts/slideLayout77.xml"/><Relationship Id="rId37" Type="http://schemas.openxmlformats.org/officeDocument/2006/relationships/slideLayout" Target="../slideLayouts/slideLayout80.xml"/><Relationship Id="rId36" Type="http://schemas.openxmlformats.org/officeDocument/2006/relationships/slideLayout" Target="../slideLayouts/slideLayout79.xml"/><Relationship Id="rId39" Type="http://schemas.openxmlformats.org/officeDocument/2006/relationships/slideLayout" Target="../slideLayouts/slideLayout82.xml"/><Relationship Id="rId38" Type="http://schemas.openxmlformats.org/officeDocument/2006/relationships/slideLayout" Target="../slideLayouts/slideLayout81.xml"/><Relationship Id="rId20" Type="http://schemas.openxmlformats.org/officeDocument/2006/relationships/slideLayout" Target="../slideLayouts/slideLayout63.xml"/><Relationship Id="rId22" Type="http://schemas.openxmlformats.org/officeDocument/2006/relationships/slideLayout" Target="../slideLayouts/slideLayout65.xml"/><Relationship Id="rId21" Type="http://schemas.openxmlformats.org/officeDocument/2006/relationships/slideLayout" Target="../slideLayouts/slideLayout64.xml"/><Relationship Id="rId24" Type="http://schemas.openxmlformats.org/officeDocument/2006/relationships/slideLayout" Target="../slideLayouts/slideLayout67.xml"/><Relationship Id="rId23" Type="http://schemas.openxmlformats.org/officeDocument/2006/relationships/slideLayout" Target="../slideLayouts/slideLayout66.xml"/><Relationship Id="rId26" Type="http://schemas.openxmlformats.org/officeDocument/2006/relationships/slideLayout" Target="../slideLayouts/slideLayout69.xml"/><Relationship Id="rId25" Type="http://schemas.openxmlformats.org/officeDocument/2006/relationships/slideLayout" Target="../slideLayouts/slideLayout68.xml"/><Relationship Id="rId28" Type="http://schemas.openxmlformats.org/officeDocument/2006/relationships/slideLayout" Target="../slideLayouts/slideLayout71.xml"/><Relationship Id="rId27" Type="http://schemas.openxmlformats.org/officeDocument/2006/relationships/slideLayout" Target="../slideLayouts/slideLayout70.xml"/><Relationship Id="rId29" Type="http://schemas.openxmlformats.org/officeDocument/2006/relationships/slideLayout" Target="../slideLayouts/slideLayout72.xml"/><Relationship Id="rId50" Type="http://schemas.openxmlformats.org/officeDocument/2006/relationships/theme" Target="../theme/theme1.xml"/><Relationship Id="rId11" Type="http://schemas.openxmlformats.org/officeDocument/2006/relationships/slideLayout" Target="../slideLayouts/slideLayout54.xml"/><Relationship Id="rId10" Type="http://schemas.openxmlformats.org/officeDocument/2006/relationships/slideLayout" Target="../slideLayouts/slideLayout53.xml"/><Relationship Id="rId13" Type="http://schemas.openxmlformats.org/officeDocument/2006/relationships/slideLayout" Target="../slideLayouts/slideLayout56.xml"/><Relationship Id="rId12" Type="http://schemas.openxmlformats.org/officeDocument/2006/relationships/slideLayout" Target="../slideLayouts/slideLayout55.xml"/><Relationship Id="rId15" Type="http://schemas.openxmlformats.org/officeDocument/2006/relationships/slideLayout" Target="../slideLayouts/slideLayout58.xml"/><Relationship Id="rId14" Type="http://schemas.openxmlformats.org/officeDocument/2006/relationships/slideLayout" Target="../slideLayouts/slideLayout57.xml"/><Relationship Id="rId17" Type="http://schemas.openxmlformats.org/officeDocument/2006/relationships/slideLayout" Target="../slideLayouts/slideLayout60.xml"/><Relationship Id="rId16" Type="http://schemas.openxmlformats.org/officeDocument/2006/relationships/slideLayout" Target="../slideLayouts/slideLayout59.xml"/><Relationship Id="rId19" Type="http://schemas.openxmlformats.org/officeDocument/2006/relationships/slideLayout" Target="../slideLayouts/slideLayout62.xml"/><Relationship Id="rId18"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41375" y="356475"/>
            <a:ext cx="2860200" cy="450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1pPr>
            <a:lvl2pPr lvl="1">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2pPr>
            <a:lvl3pPr lvl="2">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3pPr>
            <a:lvl4pPr lvl="3">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4pPr>
            <a:lvl5pPr lvl="4">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5pPr>
            <a:lvl6pPr lvl="5">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6pPr>
            <a:lvl7pPr lvl="6">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7pPr>
            <a:lvl8pPr lvl="7">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8pPr>
            <a:lvl9pPr lvl="8">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9pPr>
          </a:lstStyle>
          <a:p/>
        </p:txBody>
      </p:sp>
      <p:sp>
        <p:nvSpPr>
          <p:cNvPr id="7" name="Google Shape;7;p1"/>
          <p:cNvSpPr txBox="1"/>
          <p:nvPr>
            <p:ph idx="1" type="body"/>
          </p:nvPr>
        </p:nvSpPr>
        <p:spPr>
          <a:xfrm>
            <a:off x="477400" y="1551575"/>
            <a:ext cx="5666400" cy="2472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orient="horz" pos="144">
          <p15:clr>
            <a:srgbClr val="E46962"/>
          </p15:clr>
        </p15:guide>
        <p15:guide id="3" pos="144">
          <p15:clr>
            <a:srgbClr val="E46962"/>
          </p15:clr>
        </p15:guide>
        <p15:guide id="4" orient="horz" pos="3096">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296" name="Shape 296"/>
        <p:cNvGrpSpPr/>
        <p:nvPr/>
      </p:nvGrpSpPr>
      <p:grpSpPr>
        <a:xfrm>
          <a:off x="0" y="0"/>
          <a:ext cx="0" cy="0"/>
          <a:chOff x="0" y="0"/>
          <a:chExt cx="0" cy="0"/>
        </a:xfrm>
      </p:grpSpPr>
      <p:sp>
        <p:nvSpPr>
          <p:cNvPr id="297" name="Google Shape;297;p45"/>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298" name="Google Shape;298;p45"/>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299" name="Google Shape;299;p45"/>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 id="2147483724" r:id="rId34"/>
    <p:sldLayoutId id="2147483725" r:id="rId35"/>
    <p:sldLayoutId id="2147483726" r:id="rId36"/>
    <p:sldLayoutId id="2147483727" r:id="rId37"/>
    <p:sldLayoutId id="2147483728" r:id="rId38"/>
    <p:sldLayoutId id="2147483729" r:id="rId39"/>
    <p:sldLayoutId id="2147483730" r:id="rId40"/>
    <p:sldLayoutId id="2147483731" r:id="rId41"/>
    <p:sldLayoutId id="2147483732" r:id="rId42"/>
    <p:sldLayoutId id="2147483733" r:id="rId43"/>
    <p:sldLayoutId id="2147483734" r:id="rId44"/>
    <p:sldLayoutId id="2147483735" r:id="rId45"/>
    <p:sldLayoutId id="2147483736" r:id="rId46"/>
    <p:sldLayoutId id="2147483737" r:id="rId47"/>
    <p:sldLayoutId id="2147483738" r:id="rId48"/>
    <p:sldLayoutId id="2147483739"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95"/>
          <p:cNvSpPr txBox="1"/>
          <p:nvPr>
            <p:ph idx="2" type="subTitle"/>
          </p:nvPr>
        </p:nvSpPr>
        <p:spPr>
          <a:xfrm>
            <a:off x="138475" y="228600"/>
            <a:ext cx="2730000" cy="329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CFI - Financial Planning &amp; Analysis</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Q1 - 2026</a:t>
            </a:r>
            <a:endParaRPr>
              <a:latin typeface="Sora"/>
              <a:ea typeface="Sora"/>
              <a:cs typeface="Sora"/>
              <a:sym typeface="Sora"/>
            </a:endParaRPr>
          </a:p>
        </p:txBody>
      </p:sp>
      <p:sp>
        <p:nvSpPr>
          <p:cNvPr id="1180" name="Google Shape;1180;p95"/>
          <p:cNvSpPr txBox="1"/>
          <p:nvPr>
            <p:ph type="title"/>
          </p:nvPr>
        </p:nvSpPr>
        <p:spPr>
          <a:xfrm>
            <a:off x="80450" y="3159925"/>
            <a:ext cx="5876700" cy="14400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rPr>
              <a:t>Quarterly Business Review</a:t>
            </a:r>
            <a:endParaRPr>
              <a:solidFill>
                <a:schemeClr val="dk2"/>
              </a:solidFill>
            </a:endParaRPr>
          </a:p>
        </p:txBody>
      </p:sp>
      <p:sp>
        <p:nvSpPr>
          <p:cNvPr id="1181" name="Google Shape;1181;p95"/>
          <p:cNvSpPr txBox="1"/>
          <p:nvPr>
            <p:ph idx="1" type="subTitle"/>
          </p:nvPr>
        </p:nvSpPr>
        <p:spPr>
          <a:xfrm>
            <a:off x="138475" y="436340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latin typeface="Sora"/>
                <a:ea typeface="Sora"/>
                <a:cs typeface="Sora"/>
                <a:sym typeface="Sora"/>
              </a:rPr>
              <a:t>Case Study - Nordstrom</a:t>
            </a:r>
            <a:endParaRPr sz="1400">
              <a:latin typeface="Sora"/>
              <a:ea typeface="Sora"/>
              <a:cs typeface="Sora"/>
              <a:sym typeface="Sora"/>
            </a:endParaRPr>
          </a:p>
          <a:p>
            <a:pPr indent="0" lvl="0" marL="0" rtl="0" algn="l">
              <a:spcBef>
                <a:spcPts val="0"/>
              </a:spcBef>
              <a:spcAft>
                <a:spcPts val="0"/>
              </a:spcAft>
              <a:buNone/>
            </a:pPr>
            <a:r>
              <a:rPr lang="en" sz="1400">
                <a:latin typeface="Sora"/>
                <a:ea typeface="Sora"/>
                <a:cs typeface="Sora"/>
                <a:sym typeface="Sora"/>
              </a:rPr>
              <a:t>Cole Hellie</a:t>
            </a:r>
            <a:endParaRPr sz="1400">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96"/>
          <p:cNvSpPr txBox="1"/>
          <p:nvPr>
            <p:ph type="title"/>
          </p:nvPr>
        </p:nvSpPr>
        <p:spPr>
          <a:xfrm>
            <a:off x="1522350" y="1709075"/>
            <a:ext cx="2088600" cy="193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Tariff Impact Analysis</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Impact of </a:t>
            </a:r>
            <a:r>
              <a:rPr lang="en">
                <a:latin typeface="Sora Light"/>
                <a:ea typeface="Sora Light"/>
                <a:cs typeface="Sora Light"/>
                <a:sym typeface="Sora Light"/>
              </a:rPr>
              <a:t>additional</a:t>
            </a:r>
            <a:r>
              <a:rPr lang="en">
                <a:latin typeface="Sora Light"/>
                <a:ea typeface="Sora Light"/>
                <a:cs typeface="Sora Light"/>
                <a:sym typeface="Sora Light"/>
              </a:rPr>
              <a:t> cost due to tariffs. Look into how it will impact profits and identify possible short and long term solutions</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187" name="Google Shape;1187;p96"/>
          <p:cNvSpPr txBox="1"/>
          <p:nvPr>
            <p:ph idx="2" type="title"/>
          </p:nvPr>
        </p:nvSpPr>
        <p:spPr>
          <a:xfrm>
            <a:off x="6621100" y="1709075"/>
            <a:ext cx="2263200" cy="193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Corporate</a:t>
            </a:r>
            <a:r>
              <a:rPr lang="en" sz="1200">
                <a:latin typeface="IBM Plex Sans Medium"/>
                <a:ea typeface="IBM Plex Sans Medium"/>
                <a:cs typeface="IBM Plex Sans Medium"/>
                <a:sym typeface="IBM Plex Sans Medium"/>
              </a:rPr>
              <a:t> </a:t>
            </a:r>
            <a:r>
              <a:rPr lang="en" sz="1200">
                <a:latin typeface="IBM Plex Sans Medium"/>
                <a:ea typeface="IBM Plex Sans Medium"/>
                <a:cs typeface="IBM Plex Sans Medium"/>
                <a:sym typeface="IBM Plex Sans Medium"/>
              </a:rPr>
              <a:t>Strategy</a:t>
            </a:r>
            <a:r>
              <a:rPr lang="en" sz="1200">
                <a:latin typeface="IBM Plex Sans Medium"/>
                <a:ea typeface="IBM Plex Sans Medium"/>
                <a:cs typeface="IBM Plex Sans Medium"/>
                <a:sym typeface="IBM Plex Sans Medium"/>
              </a:rPr>
              <a:t> </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Shift in </a:t>
            </a:r>
            <a:r>
              <a:rPr lang="en">
                <a:latin typeface="Sora Light"/>
                <a:ea typeface="Sora Light"/>
                <a:cs typeface="Sora Light"/>
                <a:sym typeface="Sora Light"/>
              </a:rPr>
              <a:t>corporate</a:t>
            </a:r>
            <a:r>
              <a:rPr lang="en">
                <a:latin typeface="Sora Light"/>
                <a:ea typeface="Sora Light"/>
                <a:cs typeface="Sora Light"/>
                <a:sym typeface="Sora Light"/>
              </a:rPr>
              <a:t> </a:t>
            </a:r>
            <a:r>
              <a:rPr lang="en">
                <a:latin typeface="Sora Light"/>
                <a:ea typeface="Sora Light"/>
                <a:cs typeface="Sora Light"/>
                <a:sym typeface="Sora Light"/>
              </a:rPr>
              <a:t>strategy</a:t>
            </a:r>
            <a:r>
              <a:rPr lang="en">
                <a:latin typeface="Sora Light"/>
                <a:ea typeface="Sora Light"/>
                <a:cs typeface="Sora Light"/>
                <a:sym typeface="Sora Light"/>
              </a:rPr>
              <a:t> - Identifying the </a:t>
            </a:r>
            <a:r>
              <a:rPr lang="en">
                <a:latin typeface="Sora Light"/>
                <a:ea typeface="Sora Light"/>
                <a:cs typeface="Sora Light"/>
                <a:sym typeface="Sora Light"/>
              </a:rPr>
              <a:t>operational</a:t>
            </a:r>
            <a:r>
              <a:rPr lang="en">
                <a:latin typeface="Sora Light"/>
                <a:ea typeface="Sora Light"/>
                <a:cs typeface="Sora Light"/>
                <a:sym typeface="Sora Light"/>
              </a:rPr>
              <a:t> and technical impacts</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188" name="Google Shape;1188;p96"/>
          <p:cNvSpPr txBox="1"/>
          <p:nvPr>
            <p:ph idx="3" type="title"/>
          </p:nvPr>
        </p:nvSpPr>
        <p:spPr>
          <a:xfrm>
            <a:off x="4185525" y="1709075"/>
            <a:ext cx="2121900" cy="193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End of Season Inventory</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Significant amount of leftover inventory from Q2 and how some of the losses can be mitigated</a:t>
            </a:r>
            <a:r>
              <a:rPr lang="en">
                <a:latin typeface="Sora Light"/>
                <a:ea typeface="Sora Light"/>
                <a:cs typeface="Sora Light"/>
                <a:sym typeface="Sora Light"/>
              </a:rPr>
              <a:t> </a:t>
            </a:r>
            <a:r>
              <a:rPr lang="en">
                <a:latin typeface="Sora Light"/>
                <a:ea typeface="Sora Light"/>
                <a:cs typeface="Sora Light"/>
                <a:sym typeface="Sora Light"/>
              </a:rPr>
              <a:t>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189" name="Google Shape;1189;p96"/>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Cole Hellie</a:t>
            </a:r>
            <a:endParaRPr/>
          </a:p>
        </p:txBody>
      </p:sp>
      <p:sp>
        <p:nvSpPr>
          <p:cNvPr id="1190" name="Google Shape;1190;p96"/>
          <p:cNvSpPr txBox="1"/>
          <p:nvPr>
            <p:ph idx="6" type="title"/>
          </p:nvPr>
        </p:nvSpPr>
        <p:spPr>
          <a:xfrm>
            <a:off x="1349025" y="1206050"/>
            <a:ext cx="4295400" cy="277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Key </a:t>
            </a:r>
            <a:r>
              <a:rPr lang="en" sz="1800"/>
              <a:t>Topics</a:t>
            </a:r>
            <a:endParaRPr sz="1800"/>
          </a:p>
        </p:txBody>
      </p:sp>
      <p:sp>
        <p:nvSpPr>
          <p:cNvPr id="1191" name="Google Shape;1191;p96"/>
          <p:cNvSpPr txBox="1"/>
          <p:nvPr>
            <p:ph idx="7" type="title"/>
          </p:nvPr>
        </p:nvSpPr>
        <p:spPr>
          <a:xfrm>
            <a:off x="228600" y="4773281"/>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Q1 - 2026</a:t>
            </a:r>
            <a:endParaRPr/>
          </a:p>
        </p:txBody>
      </p:sp>
      <p:sp>
        <p:nvSpPr>
          <p:cNvPr id="1192" name="Google Shape;1192;p96"/>
          <p:cNvSpPr/>
          <p:nvPr/>
        </p:nvSpPr>
        <p:spPr>
          <a:xfrm flipH="1" rot="10800000">
            <a:off x="1349025" y="1627650"/>
            <a:ext cx="7794900" cy="105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9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Q1 - 2026</a:t>
            </a:r>
            <a:endParaRPr/>
          </a:p>
        </p:txBody>
      </p:sp>
      <p:sp>
        <p:nvSpPr>
          <p:cNvPr id="1198" name="Google Shape;1198;p97"/>
          <p:cNvSpPr txBox="1"/>
          <p:nvPr>
            <p:ph idx="1" type="subTitle"/>
          </p:nvPr>
        </p:nvSpPr>
        <p:spPr>
          <a:xfrm>
            <a:off x="147125" y="1421875"/>
            <a:ext cx="3890700" cy="3694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Scenario: </a:t>
            </a:r>
            <a:r>
              <a:rPr lang="en">
                <a:latin typeface="Sora Light"/>
                <a:ea typeface="Sora Light"/>
                <a:cs typeface="Sora Light"/>
                <a:sym typeface="Sora Light"/>
              </a:rPr>
              <a:t>The U.S. government suggests it will impose a 25% import tariff on Canadian manufactured goods in the next few weeks</a:t>
            </a:r>
            <a:endParaRPr>
              <a:latin typeface="Sora Light"/>
              <a:ea typeface="Sora Light"/>
              <a:cs typeface="Sora Light"/>
              <a:sym typeface="Sora Light"/>
            </a:endParaRPr>
          </a:p>
          <a:p>
            <a:pPr indent="0" lvl="0" marL="0" rtl="0" algn="l">
              <a:lnSpc>
                <a:spcPct val="115000"/>
              </a:lnSpc>
              <a:spcBef>
                <a:spcPts val="1000"/>
              </a:spcBef>
              <a:spcAft>
                <a:spcPts val="0"/>
              </a:spcAft>
              <a:buNone/>
            </a:pPr>
            <a:r>
              <a:rPr lang="en">
                <a:latin typeface="Sora Light"/>
                <a:ea typeface="Sora Light"/>
                <a:cs typeface="Sora Light"/>
                <a:sym typeface="Sora Light"/>
              </a:rPr>
              <a:t>Neither</a:t>
            </a:r>
            <a:r>
              <a:rPr lang="en">
                <a:latin typeface="Sora Light"/>
                <a:ea typeface="Sora Light"/>
                <a:cs typeface="Sora Light"/>
                <a:sym typeface="Sora Light"/>
              </a:rPr>
              <a:t> Nordstrom or Vendor want to cover the tariff in full as it cuts into both parties margins. Can also significantly impact vendor relationship</a:t>
            </a:r>
            <a:endParaRPr>
              <a:latin typeface="Sora Light"/>
              <a:ea typeface="Sora Light"/>
              <a:cs typeface="Sora Light"/>
              <a:sym typeface="Sora Light"/>
            </a:endParaRPr>
          </a:p>
          <a:p>
            <a:pPr indent="0" lvl="0" marL="0" rtl="0" algn="l">
              <a:lnSpc>
                <a:spcPct val="115000"/>
              </a:lnSpc>
              <a:spcBef>
                <a:spcPts val="1000"/>
              </a:spcBef>
              <a:spcAft>
                <a:spcPts val="0"/>
              </a:spcAft>
              <a:buNone/>
            </a:pPr>
            <a:r>
              <a:rPr b="1" lang="en"/>
              <a:t>Recommendation: Option 6</a:t>
            </a:r>
            <a:endParaRPr b="1"/>
          </a:p>
          <a:p>
            <a:pPr indent="0" lvl="0" marL="0" rtl="0" algn="l">
              <a:spcBef>
                <a:spcPts val="1000"/>
              </a:spcBef>
              <a:spcAft>
                <a:spcPts val="1000"/>
              </a:spcAft>
              <a:buNone/>
            </a:pPr>
            <a:r>
              <a:t/>
            </a:r>
            <a:endParaRPr>
              <a:latin typeface="Sora Light"/>
              <a:ea typeface="Sora Light"/>
              <a:cs typeface="Sora Light"/>
              <a:sym typeface="Sora Light"/>
            </a:endParaRPr>
          </a:p>
        </p:txBody>
      </p:sp>
      <p:sp>
        <p:nvSpPr>
          <p:cNvPr id="1199" name="Google Shape;1199;p97"/>
          <p:cNvSpPr txBox="1"/>
          <p:nvPr>
            <p:ph idx="2" type="title"/>
          </p:nvPr>
        </p:nvSpPr>
        <p:spPr>
          <a:xfrm>
            <a:off x="115025" y="406250"/>
            <a:ext cx="2625000" cy="5304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sz="3000"/>
              <a:t>Tariff Impact</a:t>
            </a:r>
            <a:endParaRPr sz="3000"/>
          </a:p>
        </p:txBody>
      </p:sp>
      <p:sp>
        <p:nvSpPr>
          <p:cNvPr id="1200" name="Google Shape;1200;p9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Cole Hellie</a:t>
            </a:r>
            <a:endParaRPr/>
          </a:p>
        </p:txBody>
      </p:sp>
      <p:pic>
        <p:nvPicPr>
          <p:cNvPr id="1201" name="Google Shape;1201;p97"/>
          <p:cNvPicPr preferRelativeResize="0"/>
          <p:nvPr/>
        </p:nvPicPr>
        <p:blipFill>
          <a:blip r:embed="rId3">
            <a:alphaModFix/>
          </a:blip>
          <a:stretch>
            <a:fillRect/>
          </a:stretch>
        </p:blipFill>
        <p:spPr>
          <a:xfrm>
            <a:off x="4161000" y="310200"/>
            <a:ext cx="4801376" cy="42583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9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Year/Quarter/Month</a:t>
            </a:r>
            <a:endParaRPr/>
          </a:p>
        </p:txBody>
      </p:sp>
      <p:sp>
        <p:nvSpPr>
          <p:cNvPr id="1207" name="Google Shape;1207;p98"/>
          <p:cNvSpPr txBox="1"/>
          <p:nvPr>
            <p:ph idx="1" type="subTitle"/>
          </p:nvPr>
        </p:nvSpPr>
        <p:spPr>
          <a:xfrm>
            <a:off x="38100" y="1160100"/>
            <a:ext cx="4754700" cy="339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t>Scenario: </a:t>
            </a:r>
            <a:r>
              <a:rPr lang="en" sz="1100">
                <a:latin typeface="Sora Light"/>
                <a:ea typeface="Sora Light"/>
                <a:cs typeface="Sora Light"/>
                <a:sym typeface="Sora Light"/>
              </a:rPr>
              <a:t>The consumer luxury industry has been feeling pressure due to the combined effects of economic uncertainty and elevated interest rates. Sales in the season have not been as strong as anticipated/budgeted, and as a business, Nordstrom has been pulling all the levers it can to reduce inventory risk.</a:t>
            </a:r>
            <a:endParaRPr sz="1100">
              <a:latin typeface="Sora Light"/>
              <a:ea typeface="Sora Light"/>
              <a:cs typeface="Sora Light"/>
              <a:sym typeface="Sora Light"/>
            </a:endParaRPr>
          </a:p>
          <a:p>
            <a:pPr indent="0" lvl="0" marL="0" rtl="0" algn="l">
              <a:spcBef>
                <a:spcPts val="1000"/>
              </a:spcBef>
              <a:spcAft>
                <a:spcPts val="0"/>
              </a:spcAft>
              <a:buNone/>
            </a:pPr>
            <a:r>
              <a:rPr b="1" lang="en" sz="1100"/>
              <a:t>Key </a:t>
            </a:r>
            <a:r>
              <a:rPr b="1" lang="en" sz="1100"/>
              <a:t>Takeaways</a:t>
            </a:r>
            <a:r>
              <a:rPr b="1" lang="en" sz="1100"/>
              <a:t>:</a:t>
            </a:r>
            <a:endParaRPr b="1" sz="1100"/>
          </a:p>
          <a:p>
            <a:pPr indent="-298450" lvl="0" marL="457200" rtl="0" algn="l">
              <a:spcBef>
                <a:spcPts val="1000"/>
              </a:spcBef>
              <a:spcAft>
                <a:spcPts val="0"/>
              </a:spcAft>
              <a:buSzPts val="1100"/>
              <a:buFont typeface="Sora Light"/>
              <a:buChar char="●"/>
            </a:pPr>
            <a:r>
              <a:rPr lang="en" sz="1100">
                <a:latin typeface="Sora Light"/>
                <a:ea typeface="Sora Light"/>
                <a:cs typeface="Sora Light"/>
                <a:sym typeface="Sora Light"/>
              </a:rPr>
              <a:t>Executed </a:t>
            </a:r>
            <a:r>
              <a:rPr b="1" lang="en" sz="1100"/>
              <a:t>20% more in-season cancellations year-over-year</a:t>
            </a:r>
            <a:r>
              <a:rPr lang="en" sz="1100">
                <a:latin typeface="Sora Light"/>
                <a:ea typeface="Sora Light"/>
                <a:cs typeface="Sora Light"/>
                <a:sym typeface="Sora Light"/>
              </a:rPr>
              <a:t> as sales were significantly underperforming our target</a:t>
            </a:r>
            <a:endParaRPr sz="1100">
              <a:latin typeface="Sora Light"/>
              <a:ea typeface="Sora Light"/>
              <a:cs typeface="Sora Light"/>
              <a:sym typeface="Sora Light"/>
            </a:endParaRPr>
          </a:p>
          <a:p>
            <a:pPr indent="-298450" lvl="0" marL="457200" rtl="0" algn="l">
              <a:spcBef>
                <a:spcPts val="0"/>
              </a:spcBef>
              <a:spcAft>
                <a:spcPts val="0"/>
              </a:spcAft>
              <a:buSzPts val="1100"/>
              <a:buFont typeface="Sora Light"/>
              <a:buChar char="●"/>
            </a:pPr>
            <a:r>
              <a:rPr lang="en" sz="1100">
                <a:latin typeface="Sora Light"/>
                <a:ea typeface="Sora Light"/>
                <a:cs typeface="Sora Light"/>
                <a:sym typeface="Sora Light"/>
              </a:rPr>
              <a:t>Inventory moved from prior season into the current was on par with budget</a:t>
            </a:r>
            <a:endParaRPr sz="1100">
              <a:latin typeface="Sora Light"/>
              <a:ea typeface="Sora Light"/>
              <a:cs typeface="Sora Light"/>
              <a:sym typeface="Sora Light"/>
            </a:endParaRPr>
          </a:p>
          <a:p>
            <a:pPr indent="-298450" lvl="0" marL="457200" rtl="0" algn="l">
              <a:spcBef>
                <a:spcPts val="0"/>
              </a:spcBef>
              <a:spcAft>
                <a:spcPts val="0"/>
              </a:spcAft>
              <a:buSzPts val="1100"/>
              <a:buFont typeface="Sora Light"/>
              <a:buChar char="●"/>
            </a:pPr>
            <a:r>
              <a:rPr lang="en" sz="1100">
                <a:latin typeface="Sora Light"/>
                <a:ea typeface="Sora Light"/>
                <a:cs typeface="Sora Light"/>
                <a:sym typeface="Sora Light"/>
              </a:rPr>
              <a:t>We </a:t>
            </a:r>
            <a:r>
              <a:rPr b="1" lang="en" sz="1100"/>
              <a:t>sold 17% less inventory at full price</a:t>
            </a:r>
            <a:r>
              <a:rPr lang="en" sz="1100">
                <a:latin typeface="Sora Light"/>
                <a:ea typeface="Sora Light"/>
                <a:cs typeface="Sora Light"/>
                <a:sym typeface="Sora Light"/>
              </a:rPr>
              <a:t> versus budget</a:t>
            </a:r>
            <a:endParaRPr sz="1100">
              <a:latin typeface="Sora Light"/>
              <a:ea typeface="Sora Light"/>
              <a:cs typeface="Sora Light"/>
              <a:sym typeface="Sora Light"/>
            </a:endParaRPr>
          </a:p>
          <a:p>
            <a:pPr indent="-298450" lvl="0" marL="457200" rtl="0" algn="l">
              <a:spcBef>
                <a:spcPts val="0"/>
              </a:spcBef>
              <a:spcAft>
                <a:spcPts val="0"/>
              </a:spcAft>
              <a:buSzPts val="1100"/>
              <a:buFont typeface="Sora Light"/>
              <a:buChar char="●"/>
            </a:pPr>
            <a:r>
              <a:rPr lang="en" sz="1100">
                <a:latin typeface="Sora Light"/>
                <a:ea typeface="Sora Light"/>
                <a:cs typeface="Sora Light"/>
                <a:sym typeface="Sora Light"/>
              </a:rPr>
              <a:t>Inventory moved out of current into next season was on-par with budget</a:t>
            </a:r>
            <a:endParaRPr sz="1100">
              <a:latin typeface="Sora Light"/>
              <a:ea typeface="Sora Light"/>
              <a:cs typeface="Sora Light"/>
              <a:sym typeface="Sora Light"/>
            </a:endParaRPr>
          </a:p>
          <a:p>
            <a:pPr indent="-298450" lvl="0" marL="457200" rtl="0" algn="l">
              <a:spcBef>
                <a:spcPts val="0"/>
              </a:spcBef>
              <a:spcAft>
                <a:spcPts val="0"/>
              </a:spcAft>
              <a:buSzPts val="1100"/>
              <a:buFont typeface="Sora Light"/>
              <a:buChar char="●"/>
            </a:pPr>
            <a:r>
              <a:rPr lang="en" sz="1100">
                <a:latin typeface="Sora Light"/>
                <a:ea typeface="Sora Light"/>
                <a:cs typeface="Sora Light"/>
                <a:sym typeface="Sora Light"/>
              </a:rPr>
              <a:t>Inventory we were able to return to vendor (RTV) was on-par with budget</a:t>
            </a:r>
            <a:endParaRPr sz="1100">
              <a:latin typeface="Sora Light"/>
              <a:ea typeface="Sora Light"/>
              <a:cs typeface="Sora Light"/>
              <a:sym typeface="Sora Light"/>
            </a:endParaRPr>
          </a:p>
        </p:txBody>
      </p:sp>
      <p:sp>
        <p:nvSpPr>
          <p:cNvPr id="1208" name="Google Shape;1208;p98"/>
          <p:cNvSpPr txBox="1"/>
          <p:nvPr>
            <p:ph idx="2" type="title"/>
          </p:nvPr>
        </p:nvSpPr>
        <p:spPr>
          <a:xfrm>
            <a:off x="97575" y="394575"/>
            <a:ext cx="4098000" cy="6534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3600"/>
              <a:t>Q1 2025 Inventory</a:t>
            </a:r>
            <a:endParaRPr/>
          </a:p>
        </p:txBody>
      </p:sp>
      <p:sp>
        <p:nvSpPr>
          <p:cNvPr id="1209" name="Google Shape;1209;p9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Cole Hellie</a:t>
            </a:r>
            <a:endParaRPr/>
          </a:p>
        </p:txBody>
      </p:sp>
      <p:pic>
        <p:nvPicPr>
          <p:cNvPr id="1210" name="Google Shape;1210;p98" title="Chart"/>
          <p:cNvPicPr preferRelativeResize="0"/>
          <p:nvPr/>
        </p:nvPicPr>
        <p:blipFill>
          <a:blip r:embed="rId3">
            <a:alphaModFix/>
          </a:blip>
          <a:stretch>
            <a:fillRect/>
          </a:stretch>
        </p:blipFill>
        <p:spPr>
          <a:xfrm>
            <a:off x="5133350" y="0"/>
            <a:ext cx="4010651" cy="2478061"/>
          </a:xfrm>
          <a:prstGeom prst="rect">
            <a:avLst/>
          </a:prstGeom>
          <a:noFill/>
          <a:ln>
            <a:noFill/>
          </a:ln>
        </p:spPr>
      </p:pic>
      <p:pic>
        <p:nvPicPr>
          <p:cNvPr id="1211" name="Google Shape;1211;p98" title="Chart"/>
          <p:cNvPicPr preferRelativeResize="0"/>
          <p:nvPr/>
        </p:nvPicPr>
        <p:blipFill>
          <a:blip r:embed="rId4">
            <a:alphaModFix/>
          </a:blip>
          <a:stretch>
            <a:fillRect/>
          </a:stretch>
        </p:blipFill>
        <p:spPr>
          <a:xfrm>
            <a:off x="5133351" y="2665439"/>
            <a:ext cx="4010660" cy="2478061"/>
          </a:xfrm>
          <a:prstGeom prst="rect">
            <a:avLst/>
          </a:prstGeom>
          <a:noFill/>
          <a:ln>
            <a:noFill/>
          </a:ln>
        </p:spPr>
      </p:pic>
      <p:sp>
        <p:nvSpPr>
          <p:cNvPr id="1212" name="Google Shape;1212;p98"/>
          <p:cNvSpPr txBox="1"/>
          <p:nvPr/>
        </p:nvSpPr>
        <p:spPr>
          <a:xfrm>
            <a:off x="5133350" y="2619750"/>
            <a:ext cx="1146000" cy="1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lt1"/>
                </a:solidFill>
                <a:latin typeface="Sora"/>
                <a:ea typeface="Sora"/>
                <a:cs typeface="Sora"/>
                <a:sym typeface="Sora"/>
              </a:rPr>
              <a:t>Values in 000’s</a:t>
            </a:r>
            <a:endParaRPr sz="500">
              <a:solidFill>
                <a:schemeClr val="lt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99"/>
          <p:cNvSpPr txBox="1"/>
          <p:nvPr>
            <p:ph idx="2" type="title"/>
          </p:nvPr>
        </p:nvSpPr>
        <p:spPr>
          <a:xfrm>
            <a:off x="219750" y="129300"/>
            <a:ext cx="8610600" cy="327900"/>
          </a:xfrm>
          <a:prstGeom prst="rect">
            <a:avLst/>
          </a:prstGeom>
        </p:spPr>
        <p:txBody>
          <a:bodyPr anchorCtr="0" anchor="t" bIns="91425" lIns="91425" spcFirstLastPara="1" rIns="91425" wrap="square" tIns="0">
            <a:noAutofit/>
          </a:bodyPr>
          <a:lstStyle/>
          <a:p>
            <a:pPr indent="0" lvl="0" marL="0" rtl="0" algn="ctr">
              <a:spcBef>
                <a:spcPts val="0"/>
              </a:spcBef>
              <a:spcAft>
                <a:spcPts val="0"/>
              </a:spcAft>
              <a:buNone/>
            </a:pPr>
            <a:r>
              <a:rPr lang="en" sz="1900"/>
              <a:t>Inventory Strategy: Option 5 Balances Margin and Operational Feasibility</a:t>
            </a:r>
            <a:endParaRPr sz="1900"/>
          </a:p>
        </p:txBody>
      </p:sp>
      <p:sp>
        <p:nvSpPr>
          <p:cNvPr id="1218" name="Google Shape;1218;p99"/>
          <p:cNvSpPr txBox="1"/>
          <p:nvPr>
            <p:ph idx="1" type="subTitle"/>
          </p:nvPr>
        </p:nvSpPr>
        <p:spPr>
          <a:xfrm>
            <a:off x="101225" y="1243175"/>
            <a:ext cx="2546700" cy="37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Option 1:</a:t>
            </a:r>
            <a:r>
              <a:rPr lang="en" sz="1200"/>
              <a:t> The high volume of the products challenges the store layouts and may degrade the brand</a:t>
            </a:r>
            <a:endParaRPr sz="1200"/>
          </a:p>
          <a:p>
            <a:pPr indent="0" lvl="0" marL="0" rtl="0" algn="l">
              <a:spcBef>
                <a:spcPts val="1000"/>
              </a:spcBef>
              <a:spcAft>
                <a:spcPts val="0"/>
              </a:spcAft>
              <a:buNone/>
            </a:pPr>
            <a:r>
              <a:rPr b="1" lang="en" sz="1200"/>
              <a:t>Option 2: </a:t>
            </a:r>
            <a:r>
              <a:rPr lang="en" sz="1200"/>
              <a:t>Vendor is </a:t>
            </a:r>
            <a:r>
              <a:rPr lang="en" sz="1200"/>
              <a:t>unlikely</a:t>
            </a:r>
            <a:r>
              <a:rPr lang="en" sz="1200"/>
              <a:t> to contribute today</a:t>
            </a:r>
            <a:endParaRPr sz="1200"/>
          </a:p>
          <a:p>
            <a:pPr indent="0" lvl="0" marL="0" rtl="0" algn="l">
              <a:spcBef>
                <a:spcPts val="1000"/>
              </a:spcBef>
              <a:spcAft>
                <a:spcPts val="0"/>
              </a:spcAft>
              <a:buNone/>
            </a:pPr>
            <a:r>
              <a:rPr b="1" lang="en" sz="1200"/>
              <a:t>Option 3:</a:t>
            </a:r>
            <a:r>
              <a:rPr lang="en" sz="1200"/>
              <a:t> </a:t>
            </a:r>
            <a:r>
              <a:rPr lang="en" sz="1200"/>
              <a:t>Unlikely</a:t>
            </a:r>
            <a:r>
              <a:rPr lang="en" sz="1200"/>
              <a:t> for vendor to accept all leftover inventory and high labor costs</a:t>
            </a:r>
            <a:endParaRPr sz="1200"/>
          </a:p>
          <a:p>
            <a:pPr indent="0" lvl="0" marL="0" rtl="0" algn="l">
              <a:spcBef>
                <a:spcPts val="1000"/>
              </a:spcBef>
              <a:spcAft>
                <a:spcPts val="0"/>
              </a:spcAft>
              <a:buNone/>
            </a:pPr>
            <a:r>
              <a:rPr b="1" lang="en" sz="1200"/>
              <a:t>Option 4:</a:t>
            </a:r>
            <a:r>
              <a:rPr lang="en" sz="1200"/>
              <a:t> Vendor confirmed they can not </a:t>
            </a:r>
            <a:r>
              <a:rPr lang="en" sz="1200"/>
              <a:t>facilitate</a:t>
            </a:r>
            <a:r>
              <a:rPr lang="en" sz="1200"/>
              <a:t> this </a:t>
            </a:r>
            <a:endParaRPr sz="1200"/>
          </a:p>
          <a:p>
            <a:pPr indent="0" lvl="0" marL="0" rtl="0" algn="l">
              <a:spcBef>
                <a:spcPts val="1000"/>
              </a:spcBef>
              <a:spcAft>
                <a:spcPts val="1000"/>
              </a:spcAft>
              <a:buNone/>
            </a:pPr>
            <a:r>
              <a:rPr b="1" lang="en" sz="1200"/>
              <a:t>Option 5:</a:t>
            </a:r>
            <a:r>
              <a:rPr lang="en" sz="1200"/>
              <a:t> Vendor confirmed they are open to partial sale and RTV. Preserves vendor relationship and brand image</a:t>
            </a:r>
            <a:endParaRPr sz="1200"/>
          </a:p>
        </p:txBody>
      </p:sp>
      <p:pic>
        <p:nvPicPr>
          <p:cNvPr id="1219" name="Google Shape;1219;p99"/>
          <p:cNvPicPr preferRelativeResize="0"/>
          <p:nvPr/>
        </p:nvPicPr>
        <p:blipFill>
          <a:blip r:embed="rId3">
            <a:alphaModFix/>
          </a:blip>
          <a:stretch>
            <a:fillRect/>
          </a:stretch>
        </p:blipFill>
        <p:spPr>
          <a:xfrm>
            <a:off x="2861875" y="1215425"/>
            <a:ext cx="6177075" cy="3823190"/>
          </a:xfrm>
          <a:prstGeom prst="rect">
            <a:avLst/>
          </a:prstGeom>
          <a:noFill/>
          <a:ln>
            <a:noFill/>
          </a:ln>
        </p:spPr>
      </p:pic>
      <p:sp>
        <p:nvSpPr>
          <p:cNvPr id="1220" name="Google Shape;1220;p99"/>
          <p:cNvSpPr txBox="1"/>
          <p:nvPr/>
        </p:nvSpPr>
        <p:spPr>
          <a:xfrm>
            <a:off x="608975" y="476450"/>
            <a:ext cx="8121600" cy="5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Sora"/>
                <a:ea typeface="Sora"/>
                <a:cs typeface="Sora"/>
                <a:sym typeface="Sora"/>
              </a:rPr>
              <a:t>Scenario:</a:t>
            </a:r>
            <a:endParaRPr b="1" sz="1200">
              <a:solidFill>
                <a:schemeClr val="lt1"/>
              </a:solidFill>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00"/>
          <p:cNvSpPr txBox="1"/>
          <p:nvPr>
            <p:ph idx="2" type="title"/>
          </p:nvPr>
        </p:nvSpPr>
        <p:spPr>
          <a:xfrm>
            <a:off x="115025" y="108950"/>
            <a:ext cx="6507000" cy="4944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2500"/>
              <a:t>Corporate Strategy Shift</a:t>
            </a:r>
            <a:endParaRPr sz="2500"/>
          </a:p>
        </p:txBody>
      </p:sp>
      <p:graphicFrame>
        <p:nvGraphicFramePr>
          <p:cNvPr id="1226" name="Google Shape;1226;p100"/>
          <p:cNvGraphicFramePr/>
          <p:nvPr/>
        </p:nvGraphicFramePr>
        <p:xfrm>
          <a:off x="800475" y="603350"/>
          <a:ext cx="3000000" cy="3000000"/>
        </p:xfrm>
        <a:graphic>
          <a:graphicData uri="http://schemas.openxmlformats.org/drawingml/2006/table">
            <a:tbl>
              <a:tblPr>
                <a:noFill/>
                <a:tableStyleId>{519AE1C4-6000-456C-9E7A-9332D5A3094A}</a:tableStyleId>
              </a:tblPr>
              <a:tblGrid>
                <a:gridCol w="1052975"/>
                <a:gridCol w="1747500"/>
                <a:gridCol w="2270250"/>
                <a:gridCol w="2091025"/>
              </a:tblGrid>
              <a:tr h="359250">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Strategic Change</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7F7F7F"/>
                    </a:solidFill>
                  </a:tcPr>
                </a:tc>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Operational Impacts</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00C3F"/>
                    </a:solidFill>
                  </a:tcPr>
                </a:tc>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Tactical Response Plan</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00C3F"/>
                    </a:solidFill>
                  </a:tcPr>
                </a:tc>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KPI / Financial </a:t>
                      </a:r>
                      <a:r>
                        <a:rPr b="1" lang="en" sz="1000">
                          <a:solidFill>
                            <a:srgbClr val="FFFFFF"/>
                          </a:solidFill>
                          <a:latin typeface="Open Sans"/>
                          <a:ea typeface="Open Sans"/>
                          <a:cs typeface="Open Sans"/>
                          <a:sym typeface="Open Sans"/>
                        </a:rPr>
                        <a:t>Considerations</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00C3F"/>
                    </a:solidFill>
                  </a:tcPr>
                </a:tc>
              </a:tr>
              <a:tr h="1018700">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Marketing Strategy / Tactics</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7F7F7F"/>
                    </a:solidFill>
                  </a:tcPr>
                </a:tc>
                <a:tc>
                  <a:txBody>
                    <a:bodyPr/>
                    <a:lstStyle/>
                    <a:p>
                      <a:pPr indent="0" lvl="0" marL="0" rtl="0" algn="l">
                        <a:lnSpc>
                          <a:spcPct val="115000"/>
                        </a:lnSpc>
                        <a:spcBef>
                          <a:spcPts val="0"/>
                        </a:spcBef>
                        <a:spcAft>
                          <a:spcPts val="0"/>
                        </a:spcAft>
                        <a:buNone/>
                      </a:pPr>
                      <a:r>
                        <a:rPr lang="en" sz="1000">
                          <a:latin typeface="Open Sans"/>
                          <a:ea typeface="Open Sans"/>
                          <a:cs typeface="Open Sans"/>
                          <a:sym typeface="Open Sans"/>
                        </a:rPr>
                        <a:t>Adjust marketing strategies and tactics to promote new accessible brands with lower price points (Value Based)</a:t>
                      </a:r>
                      <a:endParaRPr sz="1000">
                        <a:latin typeface="Open Sans"/>
                        <a:ea typeface="Open Sans"/>
                        <a:cs typeface="Open Sans"/>
                        <a:sym typeface="Open Sans"/>
                      </a:endParaRPr>
                    </a:p>
                  </a:txBody>
                  <a:tcPr marT="91425" marB="91425" marR="28575" marL="2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Open Sans"/>
                          <a:ea typeface="Open Sans"/>
                          <a:cs typeface="Open Sans"/>
                          <a:sym typeface="Open Sans"/>
                        </a:rPr>
                        <a:t>Define the new target audience and identify the most effective marketing channels and social media platforms to reach them. This can be supported through early-stage A/B testing to evaluate options</a:t>
                      </a:r>
                      <a:endParaRPr sz="1000">
                        <a:latin typeface="Open Sans"/>
                        <a:ea typeface="Open Sans"/>
                        <a:cs typeface="Open Sans"/>
                        <a:sym typeface="Open Sans"/>
                      </a:endParaRPr>
                    </a:p>
                  </a:txBody>
                  <a:tcPr marT="91425" marB="91425" marR="28575" marL="2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Impressions</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New customer acquisition</a:t>
                      </a:r>
                      <a:endParaRPr sz="1000">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905000">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Retail Readiness</a:t>
                      </a:r>
                      <a:endParaRPr b="1" sz="1000">
                        <a:solidFill>
                          <a:srgbClr val="FFFFFF"/>
                        </a:solidFill>
                        <a:latin typeface="Open Sans"/>
                        <a:ea typeface="Open Sans"/>
                        <a:cs typeface="Open Sans"/>
                        <a:sym typeface="Open Sans"/>
                      </a:endParaRPr>
                    </a:p>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(Staffing and Training)</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7F7F7F"/>
                    </a:solidFill>
                  </a:tcPr>
                </a:tc>
                <a:tc>
                  <a:txBody>
                    <a:bodyPr/>
                    <a:lstStyle/>
                    <a:p>
                      <a:pPr indent="0" lvl="0" marL="0" rtl="0" algn="l">
                        <a:lnSpc>
                          <a:spcPct val="115000"/>
                        </a:lnSpc>
                        <a:spcBef>
                          <a:spcPts val="0"/>
                        </a:spcBef>
                        <a:spcAft>
                          <a:spcPts val="0"/>
                        </a:spcAft>
                        <a:buNone/>
                      </a:pPr>
                      <a:r>
                        <a:rPr lang="en" sz="1000">
                          <a:latin typeface="Open Sans"/>
                          <a:ea typeface="Open Sans"/>
                          <a:cs typeface="Open Sans"/>
                          <a:sym typeface="Open Sans"/>
                        </a:rPr>
                        <a:t>Retrain staff and update training materials to ensure employees are prepared and educated on the new inventory offerings. </a:t>
                      </a:r>
                      <a:endParaRPr sz="1000">
                        <a:latin typeface="Open Sans"/>
                        <a:ea typeface="Open Sans"/>
                        <a:cs typeface="Open Sans"/>
                        <a:sym typeface="Open Sans"/>
                      </a:endParaRPr>
                    </a:p>
                  </a:txBody>
                  <a:tcPr marT="91425" marB="91425" marR="28575" marL="2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Open Sans"/>
                          <a:ea typeface="Open Sans"/>
                          <a:cs typeface="Open Sans"/>
                          <a:sym typeface="Open Sans"/>
                        </a:rPr>
                        <a:t>Create specialized training materials for the new brands to ensure all employees are familiar with the new clothing lines, product features, and pricing.</a:t>
                      </a:r>
                      <a:endParaRPr sz="1000">
                        <a:latin typeface="Open Sans"/>
                        <a:ea typeface="Open Sans"/>
                        <a:cs typeface="Open Sans"/>
                        <a:sym typeface="Open Sans"/>
                      </a:endParaRPr>
                    </a:p>
                  </a:txBody>
                  <a:tcPr marT="91425" marB="91425" marR="28575" marL="2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Customer satisfaction</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Conversion rates</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Sales performance by store</a:t>
                      </a:r>
                      <a:endParaRPr sz="1000">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46100">
                <a:tc>
                  <a:txBody>
                    <a:bodyPr/>
                    <a:lstStyle/>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 SKU volume,</a:t>
                      </a:r>
                      <a:endParaRPr b="1" sz="1000">
                        <a:solidFill>
                          <a:srgbClr val="FFFFFF"/>
                        </a:solidFill>
                        <a:latin typeface="Open Sans"/>
                        <a:ea typeface="Open Sans"/>
                        <a:cs typeface="Open Sans"/>
                        <a:sym typeface="Open Sans"/>
                      </a:endParaRPr>
                    </a:p>
                    <a:p>
                      <a:pPr indent="0" lvl="0" marL="0" rtl="0" algn="ctr">
                        <a:lnSpc>
                          <a:spcPct val="115000"/>
                        </a:lnSpc>
                        <a:spcBef>
                          <a:spcPts val="0"/>
                        </a:spcBef>
                        <a:spcAft>
                          <a:spcPts val="0"/>
                        </a:spcAft>
                        <a:buNone/>
                      </a:pPr>
                      <a:r>
                        <a:rPr b="1" lang="en" sz="1000">
                          <a:solidFill>
                            <a:srgbClr val="FFFFFF"/>
                          </a:solidFill>
                          <a:latin typeface="Open Sans"/>
                          <a:ea typeface="Open Sans"/>
                          <a:cs typeface="Open Sans"/>
                          <a:sym typeface="Open Sans"/>
                        </a:rPr>
                        <a:t>↓ unit price</a:t>
                      </a:r>
                      <a:endParaRPr b="1" sz="1000">
                        <a:solidFill>
                          <a:srgbClr val="FFFFFF"/>
                        </a:solidFill>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7F7F7F"/>
                    </a:solidFill>
                  </a:tcPr>
                </a:tc>
                <a:tc>
                  <a:txBody>
                    <a:bodyPr/>
                    <a:lstStyle/>
                    <a:p>
                      <a:pPr indent="0" lvl="0" marL="0" rtl="0" algn="l">
                        <a:lnSpc>
                          <a:spcPct val="115000"/>
                        </a:lnSpc>
                        <a:spcBef>
                          <a:spcPts val="0"/>
                        </a:spcBef>
                        <a:spcAft>
                          <a:spcPts val="0"/>
                        </a:spcAft>
                        <a:buNone/>
                      </a:pPr>
                      <a:r>
                        <a:rPr lang="en" sz="1000">
                          <a:latin typeface="Open Sans"/>
                          <a:ea typeface="Open Sans"/>
                          <a:cs typeface="Open Sans"/>
                          <a:sym typeface="Open Sans"/>
                        </a:rPr>
                        <a:t>Suppliers and employees will need to manage higher product turnover, increasing the demand for more frequent deliveries and additional staff availability to restock shelves efficiently.</a:t>
                      </a:r>
                      <a:endParaRPr sz="1000">
                        <a:latin typeface="Open Sans"/>
                        <a:ea typeface="Open Sans"/>
                        <a:cs typeface="Open Sans"/>
                        <a:sym typeface="Open Sans"/>
                      </a:endParaRPr>
                    </a:p>
                  </a:txBody>
                  <a:tcPr marT="91425" marB="91425" marR="28575" marL="2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latin typeface="Open Sans"/>
                          <a:ea typeface="Open Sans"/>
                          <a:cs typeface="Open Sans"/>
                          <a:sym typeface="Open Sans"/>
                        </a:rPr>
                        <a:t>Assess current supply chain capacity and storage availability to forecast the required number of deliveries and determine how much excess inventory can be efficiently stored onsite.</a:t>
                      </a:r>
                      <a:endParaRPr sz="1000">
                        <a:latin typeface="Open Sans"/>
                        <a:ea typeface="Open Sans"/>
                        <a:cs typeface="Open Sans"/>
                        <a:sym typeface="Open Sans"/>
                      </a:endParaRPr>
                    </a:p>
                  </a:txBody>
                  <a:tcPr marT="91425" marB="91425" marR="28575" marL="2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Cost per Unit</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Labor hours</a:t>
                      </a:r>
                      <a:endParaRPr sz="1000">
                        <a:latin typeface="Open Sans"/>
                        <a:ea typeface="Open Sans"/>
                        <a:cs typeface="Open Sans"/>
                        <a:sym typeface="Open Sans"/>
                      </a:endParaRPr>
                    </a:p>
                    <a:p>
                      <a:pPr indent="0" lvl="0" marL="0" rtl="0" algn="l">
                        <a:lnSpc>
                          <a:spcPct val="115000"/>
                        </a:lnSpc>
                        <a:spcBef>
                          <a:spcPts val="0"/>
                        </a:spcBef>
                        <a:spcAft>
                          <a:spcPts val="0"/>
                        </a:spcAft>
                        <a:buNone/>
                      </a:pPr>
                      <a:r>
                        <a:t/>
                      </a:r>
                      <a:endParaRPr sz="1000">
                        <a:latin typeface="Open Sans"/>
                        <a:ea typeface="Open Sans"/>
                        <a:cs typeface="Open Sans"/>
                        <a:sym typeface="Open Sans"/>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01"/>
          <p:cNvSpPr txBox="1"/>
          <p:nvPr>
            <p:ph idx="2" type="title"/>
          </p:nvPr>
        </p:nvSpPr>
        <p:spPr>
          <a:xfrm>
            <a:off x="115025" y="108950"/>
            <a:ext cx="6507000" cy="4944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2500"/>
              <a:t>Corporate Strategy Shift cont.</a:t>
            </a:r>
            <a:endParaRPr sz="2500"/>
          </a:p>
        </p:txBody>
      </p:sp>
      <p:graphicFrame>
        <p:nvGraphicFramePr>
          <p:cNvPr id="1232" name="Google Shape;1232;p101"/>
          <p:cNvGraphicFramePr/>
          <p:nvPr/>
        </p:nvGraphicFramePr>
        <p:xfrm>
          <a:off x="393800" y="744025"/>
          <a:ext cx="3000000" cy="3000000"/>
        </p:xfrm>
        <a:graphic>
          <a:graphicData uri="http://schemas.openxmlformats.org/drawingml/2006/table">
            <a:tbl>
              <a:tblPr>
                <a:noFill/>
                <a:tableStyleId>{519AE1C4-6000-456C-9E7A-9332D5A3094A}</a:tableStyleId>
              </a:tblPr>
              <a:tblGrid>
                <a:gridCol w="1226100"/>
                <a:gridCol w="2034850"/>
                <a:gridCol w="2643550"/>
                <a:gridCol w="2434850"/>
              </a:tblGrid>
              <a:tr h="602700">
                <a:tc>
                  <a:txBody>
                    <a:bodyPr/>
                    <a:lstStyle/>
                    <a:p>
                      <a:pPr indent="0" lvl="0" marL="0" rtl="0" algn="ctr">
                        <a:lnSpc>
                          <a:spcPct val="115000"/>
                        </a:lnSpc>
                        <a:spcBef>
                          <a:spcPts val="0"/>
                        </a:spcBef>
                        <a:spcAft>
                          <a:spcPts val="0"/>
                        </a:spcAft>
                        <a:buNone/>
                      </a:pPr>
                      <a:r>
                        <a:rPr b="1" lang="en" sz="1200">
                          <a:solidFill>
                            <a:srgbClr val="FFFFFF"/>
                          </a:solidFill>
                          <a:latin typeface="Open Sans"/>
                          <a:ea typeface="Open Sans"/>
                          <a:cs typeface="Open Sans"/>
                          <a:sym typeface="Open Sans"/>
                        </a:rPr>
                        <a:t>Strategic Change</a:t>
                      </a:r>
                      <a:endParaRPr b="1" sz="1200">
                        <a:solidFill>
                          <a:srgbClr val="FFFFFF"/>
                        </a:solidFill>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c>
                  <a:txBody>
                    <a:bodyPr/>
                    <a:lstStyle/>
                    <a:p>
                      <a:pPr indent="0" lvl="0" marL="0" rtl="0" algn="ctr">
                        <a:lnSpc>
                          <a:spcPct val="115000"/>
                        </a:lnSpc>
                        <a:spcBef>
                          <a:spcPts val="0"/>
                        </a:spcBef>
                        <a:spcAft>
                          <a:spcPts val="0"/>
                        </a:spcAft>
                        <a:buNone/>
                      </a:pPr>
                      <a:r>
                        <a:rPr b="1" lang="en" sz="1200">
                          <a:solidFill>
                            <a:srgbClr val="FFFFFF"/>
                          </a:solidFill>
                          <a:latin typeface="Open Sans"/>
                          <a:ea typeface="Open Sans"/>
                          <a:cs typeface="Open Sans"/>
                          <a:sym typeface="Open Sans"/>
                        </a:rPr>
                        <a:t>Operational Impacts</a:t>
                      </a:r>
                      <a:endParaRPr b="1" sz="1200">
                        <a:solidFill>
                          <a:srgbClr val="FFFFFF"/>
                        </a:solidFill>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C3F"/>
                    </a:solidFill>
                  </a:tcPr>
                </a:tc>
                <a:tc>
                  <a:txBody>
                    <a:bodyPr/>
                    <a:lstStyle/>
                    <a:p>
                      <a:pPr indent="0" lvl="0" marL="0" rtl="0" algn="ctr">
                        <a:lnSpc>
                          <a:spcPct val="115000"/>
                        </a:lnSpc>
                        <a:spcBef>
                          <a:spcPts val="0"/>
                        </a:spcBef>
                        <a:spcAft>
                          <a:spcPts val="0"/>
                        </a:spcAft>
                        <a:buNone/>
                      </a:pPr>
                      <a:r>
                        <a:rPr b="1" lang="en" sz="1200">
                          <a:solidFill>
                            <a:srgbClr val="FFFFFF"/>
                          </a:solidFill>
                          <a:latin typeface="Open Sans"/>
                          <a:ea typeface="Open Sans"/>
                          <a:cs typeface="Open Sans"/>
                          <a:sym typeface="Open Sans"/>
                        </a:rPr>
                        <a:t>Tactical Response Plan</a:t>
                      </a:r>
                      <a:endParaRPr b="1" sz="1200">
                        <a:solidFill>
                          <a:srgbClr val="FFFFFF"/>
                        </a:solidFill>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C3F"/>
                    </a:solidFill>
                  </a:tcPr>
                </a:tc>
                <a:tc>
                  <a:txBody>
                    <a:bodyPr/>
                    <a:lstStyle/>
                    <a:p>
                      <a:pPr indent="0" lvl="0" marL="0" rtl="0" algn="ctr">
                        <a:lnSpc>
                          <a:spcPct val="115000"/>
                        </a:lnSpc>
                        <a:spcBef>
                          <a:spcPts val="0"/>
                        </a:spcBef>
                        <a:spcAft>
                          <a:spcPts val="0"/>
                        </a:spcAft>
                        <a:buNone/>
                      </a:pPr>
                      <a:r>
                        <a:rPr b="1" lang="en" sz="1200">
                          <a:solidFill>
                            <a:srgbClr val="FFFFFF"/>
                          </a:solidFill>
                          <a:latin typeface="Open Sans"/>
                          <a:ea typeface="Open Sans"/>
                          <a:cs typeface="Open Sans"/>
                          <a:sym typeface="Open Sans"/>
                        </a:rPr>
                        <a:t>KPI / Financial </a:t>
                      </a:r>
                      <a:r>
                        <a:rPr b="1" lang="en" sz="1200">
                          <a:solidFill>
                            <a:srgbClr val="FFFFFF"/>
                          </a:solidFill>
                          <a:latin typeface="Open Sans"/>
                          <a:ea typeface="Open Sans"/>
                          <a:cs typeface="Open Sans"/>
                          <a:sym typeface="Open Sans"/>
                        </a:rPr>
                        <a:t>Considerations</a:t>
                      </a:r>
                      <a:endParaRPr b="1" sz="1200">
                        <a:solidFill>
                          <a:srgbClr val="FFFFFF"/>
                        </a:solidFill>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C3F"/>
                    </a:solidFill>
                  </a:tcPr>
                </a:tc>
              </a:tr>
              <a:tr h="1899700">
                <a:tc>
                  <a:txBody>
                    <a:bodyPr/>
                    <a:lstStyle/>
                    <a:p>
                      <a:pPr indent="0" lvl="0" marL="0" rtl="0" algn="ctr">
                        <a:lnSpc>
                          <a:spcPct val="115000"/>
                        </a:lnSpc>
                        <a:spcBef>
                          <a:spcPts val="0"/>
                        </a:spcBef>
                        <a:spcAft>
                          <a:spcPts val="0"/>
                        </a:spcAft>
                        <a:buNone/>
                      </a:pPr>
                      <a:r>
                        <a:rPr b="1" lang="en" sz="1200">
                          <a:solidFill>
                            <a:srgbClr val="FFFFFF"/>
                          </a:solidFill>
                          <a:latin typeface="Open Sans"/>
                          <a:ea typeface="Open Sans"/>
                          <a:cs typeface="Open Sans"/>
                          <a:sym typeface="Open Sans"/>
                        </a:rPr>
                        <a:t>↑ Foot traffic, more casual shoppers</a:t>
                      </a:r>
                      <a:endParaRPr b="1" sz="1200">
                        <a:solidFill>
                          <a:srgbClr val="FFFFFF"/>
                        </a:solidFill>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c>
                  <a:txBody>
                    <a:bodyPr/>
                    <a:lstStyle/>
                    <a:p>
                      <a:pPr indent="0" lvl="0" marL="0" rtl="0" algn="l">
                        <a:lnSpc>
                          <a:spcPct val="115000"/>
                        </a:lnSpc>
                        <a:spcBef>
                          <a:spcPts val="0"/>
                        </a:spcBef>
                        <a:spcAft>
                          <a:spcPts val="0"/>
                        </a:spcAft>
                        <a:buNone/>
                      </a:pPr>
                      <a:r>
                        <a:rPr lang="en" sz="1100">
                          <a:latin typeface="Open Sans"/>
                          <a:ea typeface="Open Sans"/>
                          <a:cs typeface="Open Sans"/>
                          <a:sym typeface="Open Sans"/>
                        </a:rPr>
                        <a:t>C</a:t>
                      </a:r>
                      <a:r>
                        <a:rPr lang="en" sz="1100">
                          <a:latin typeface="Open Sans"/>
                          <a:ea typeface="Open Sans"/>
                          <a:cs typeface="Open Sans"/>
                          <a:sym typeface="Open Sans"/>
                        </a:rPr>
                        <a:t>asual shopper base may lead to a higher risk of theft, which will require increased floor staffing to monitor store activity and assist customers. Additional employees will also help maintain a strong customer experience </a:t>
                      </a:r>
                      <a:endParaRPr sz="1100">
                        <a:latin typeface="Open Sans"/>
                        <a:ea typeface="Open Sans"/>
                        <a:cs typeface="Open Sans"/>
                        <a:sym typeface="Open Sans"/>
                      </a:endParaRPr>
                    </a:p>
                  </a:txBody>
                  <a:tcPr marT="91425" marB="91425" marR="28575" marL="2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Open Sans"/>
                          <a:ea typeface="Open Sans"/>
                          <a:cs typeface="Open Sans"/>
                          <a:sym typeface="Open Sans"/>
                        </a:rPr>
                        <a:t>Add or upgrade store security measures, including increased staffing, enhanced camera coverage, and security tags on merchandise to help reduce theft. These improvements will support loss prevention </a:t>
                      </a:r>
                      <a:endParaRPr sz="1100">
                        <a:latin typeface="Open Sans"/>
                        <a:ea typeface="Open Sans"/>
                        <a:cs typeface="Open Sans"/>
                        <a:sym typeface="Open Sans"/>
                      </a:endParaRPr>
                    </a:p>
                  </a:txBody>
                  <a:tcPr marT="91425" marB="91425" marR="28575" marL="2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Skrink and loss prevention</a:t>
                      </a:r>
                      <a:endParaRPr sz="1100">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1327500">
                <a:tc>
                  <a:txBody>
                    <a:bodyPr/>
                    <a:lstStyle/>
                    <a:p>
                      <a:pPr indent="0" lvl="0" marL="0" rtl="0" algn="ctr">
                        <a:lnSpc>
                          <a:spcPct val="115000"/>
                        </a:lnSpc>
                        <a:spcBef>
                          <a:spcPts val="0"/>
                        </a:spcBef>
                        <a:spcAft>
                          <a:spcPts val="0"/>
                        </a:spcAft>
                        <a:buNone/>
                      </a:pPr>
                      <a:r>
                        <a:rPr b="1" lang="en" sz="1200">
                          <a:solidFill>
                            <a:srgbClr val="FFFFFF"/>
                          </a:solidFill>
                          <a:latin typeface="Open Sans"/>
                          <a:ea typeface="Open Sans"/>
                          <a:cs typeface="Open Sans"/>
                          <a:sym typeface="Open Sans"/>
                        </a:rPr>
                        <a:t>Space Productivity Performance</a:t>
                      </a:r>
                      <a:endParaRPr b="1" sz="1200">
                        <a:solidFill>
                          <a:srgbClr val="FFFFFF"/>
                        </a:solidFill>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c>
                  <a:txBody>
                    <a:bodyPr/>
                    <a:lstStyle/>
                    <a:p>
                      <a:pPr indent="0" lvl="0" marL="0" rtl="0" algn="l">
                        <a:lnSpc>
                          <a:spcPct val="115000"/>
                        </a:lnSpc>
                        <a:spcBef>
                          <a:spcPts val="0"/>
                        </a:spcBef>
                        <a:spcAft>
                          <a:spcPts val="0"/>
                        </a:spcAft>
                        <a:buNone/>
                      </a:pPr>
                      <a:r>
                        <a:rPr lang="en" sz="1100">
                          <a:latin typeface="Open Sans"/>
                          <a:ea typeface="Open Sans"/>
                          <a:cs typeface="Open Sans"/>
                          <a:sym typeface="Open Sans"/>
                        </a:rPr>
                        <a:t>Lower-priced goods will reduce overall margins, meaning available </a:t>
                      </a:r>
                      <a:r>
                        <a:rPr lang="en" sz="1100">
                          <a:latin typeface="Open Sans"/>
                          <a:ea typeface="Open Sans"/>
                          <a:cs typeface="Open Sans"/>
                          <a:sym typeface="Open Sans"/>
                        </a:rPr>
                        <a:t>square</a:t>
                      </a:r>
                      <a:r>
                        <a:rPr lang="en" sz="1100">
                          <a:latin typeface="Open Sans"/>
                          <a:ea typeface="Open Sans"/>
                          <a:cs typeface="Open Sans"/>
                          <a:sym typeface="Open Sans"/>
                        </a:rPr>
                        <a:t> footage must be used more efficiently to maintain profitability</a:t>
                      </a:r>
                      <a:endParaRPr sz="1100">
                        <a:latin typeface="Open Sans"/>
                        <a:ea typeface="Open Sans"/>
                        <a:cs typeface="Open Sans"/>
                        <a:sym typeface="Open Sans"/>
                      </a:endParaRPr>
                    </a:p>
                  </a:txBody>
                  <a:tcPr marT="91425" marB="91425" marR="28575" marL="2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Open Sans"/>
                          <a:ea typeface="Open Sans"/>
                          <a:cs typeface="Open Sans"/>
                          <a:sym typeface="Open Sans"/>
                        </a:rPr>
                        <a:t>Different store layouts should be evaluated to determine the most effective design for driving sales. Walmart is a great example of this as they </a:t>
                      </a:r>
                      <a:r>
                        <a:rPr lang="en" sz="1100">
                          <a:latin typeface="Open Sans"/>
                          <a:ea typeface="Open Sans"/>
                          <a:cs typeface="Open Sans"/>
                          <a:sym typeface="Open Sans"/>
                        </a:rPr>
                        <a:t>strategically</a:t>
                      </a:r>
                      <a:r>
                        <a:rPr lang="en" sz="1100">
                          <a:latin typeface="Open Sans"/>
                          <a:ea typeface="Open Sans"/>
                          <a:cs typeface="Open Sans"/>
                          <a:sym typeface="Open Sans"/>
                        </a:rPr>
                        <a:t> place all their items to optimize their space.</a:t>
                      </a:r>
                      <a:endParaRPr sz="1100">
                        <a:latin typeface="Open Sans"/>
                        <a:ea typeface="Open Sans"/>
                        <a:cs typeface="Open Sans"/>
                        <a:sym typeface="Open Sans"/>
                      </a:endParaRPr>
                    </a:p>
                  </a:txBody>
                  <a:tcPr marT="91425" marB="91425" marR="28575" marL="2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Sales per square foot</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Contribution per square foot</a:t>
                      </a:r>
                      <a:endParaRPr sz="1100">
                        <a:latin typeface="Open Sans"/>
                        <a:ea typeface="Open Sans"/>
                        <a:cs typeface="Open Sans"/>
                        <a:sym typeface="Open Sans"/>
                      </a:endParaRPr>
                    </a:p>
                  </a:txBody>
                  <a:tcPr marT="91425" marB="91425"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op Facilitation">
  <a:themeElements>
    <a:clrScheme name="Simple Light">
      <a:dk1>
        <a:srgbClr val="10100F"/>
      </a:dk1>
      <a:lt1>
        <a:srgbClr val="F8F3EC"/>
      </a:lt1>
      <a:dk2>
        <a:srgbClr val="810100"/>
      </a:dk2>
      <a:lt2>
        <a:srgbClr val="F8F3EC"/>
      </a:lt2>
      <a:accent1>
        <a:srgbClr val="B82D2D"/>
      </a:accent1>
      <a:accent2>
        <a:srgbClr val="FB6058"/>
      </a:accent2>
      <a:accent3>
        <a:srgbClr val="FFD979"/>
      </a:accent3>
      <a:accent4>
        <a:srgbClr val="FFADA8"/>
      </a:accent4>
      <a:accent5>
        <a:srgbClr val="570100"/>
      </a:accent5>
      <a:accent6>
        <a:srgbClr val="303030"/>
      </a:accent6>
      <a:hlink>
        <a:srgbClr val="FC60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